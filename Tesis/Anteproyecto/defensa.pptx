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53" r:id="rId2"/>
    <p:sldId id="358" r:id="rId3"/>
    <p:sldId id="355" r:id="rId4"/>
    <p:sldId id="356" r:id="rId5"/>
    <p:sldId id="360" r:id="rId6"/>
    <p:sldId id="359" r:id="rId7"/>
    <p:sldId id="277" r:id="rId8"/>
  </p:sldIdLst>
  <p:sldSz cx="12192000" cy="6858000"/>
  <p:notesSz cx="10020300" cy="68881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71" autoAdjust="0"/>
    <p:restoredTop sz="76827" autoAdjust="0"/>
  </p:normalViewPr>
  <p:slideViewPr>
    <p:cSldViewPr snapToGrid="0">
      <p:cViewPr varScale="1">
        <p:scale>
          <a:sx n="72" d="100"/>
          <a:sy n="72" d="100"/>
        </p:scale>
        <p:origin x="80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AAF31E-36BA-4632-8651-D1B47E487D09}" type="doc">
      <dgm:prSet loTypeId="urn:microsoft.com/office/officeart/2005/8/layout/hProcess9" loCatId="process" qsTypeId="urn:microsoft.com/office/officeart/2005/8/quickstyle/simple1" qsCatId="simple" csTypeId="urn:microsoft.com/office/officeart/2005/8/colors/accent1_5" csCatId="accent1" phldr="1"/>
      <dgm:spPr/>
    </dgm:pt>
    <dgm:pt modelId="{0E38845B-7AF1-4672-B49F-6DF938B6DE07}">
      <dgm:prSet phldrT="[Texto]"/>
      <dgm:spPr/>
      <dgm:t>
        <a:bodyPr/>
        <a:lstStyle/>
        <a:p>
          <a:r>
            <a:rPr lang="es-ES" dirty="0"/>
            <a:t>Diseñar un sistema web para simular fenómenos ondulatorios.</a:t>
          </a:r>
        </a:p>
      </dgm:t>
    </dgm:pt>
    <dgm:pt modelId="{4D4C0B88-77AA-4DC9-9871-AF3D0AC7B698}" type="parTrans" cxnId="{25B3B925-0A12-4E12-8ED4-935626059678}">
      <dgm:prSet/>
      <dgm:spPr/>
      <dgm:t>
        <a:bodyPr/>
        <a:lstStyle/>
        <a:p>
          <a:endParaRPr lang="es-ES"/>
        </a:p>
      </dgm:t>
    </dgm:pt>
    <dgm:pt modelId="{9152D733-B099-4856-BC2B-25B8C8F4CB3E}" type="sibTrans" cxnId="{25B3B925-0A12-4E12-8ED4-935626059678}">
      <dgm:prSet/>
      <dgm:spPr/>
      <dgm:t>
        <a:bodyPr/>
        <a:lstStyle/>
        <a:p>
          <a:endParaRPr lang="es-ES"/>
        </a:p>
      </dgm:t>
    </dgm:pt>
    <dgm:pt modelId="{0184CD05-F7A2-4262-B3FF-5A8814D9517D}">
      <dgm:prSet phldrT="[Texto]"/>
      <dgm:spPr/>
      <dgm:t>
        <a:bodyPr/>
        <a:lstStyle/>
        <a:p>
          <a:r>
            <a:rPr lang="es-ES" dirty="0"/>
            <a:t>Representar la solución de modelos matemáticos de las ecuaciones de ondas de </a:t>
          </a:r>
          <a:r>
            <a:rPr lang="es-ES" dirty="0" err="1"/>
            <a:t>D’Alambert</a:t>
          </a:r>
          <a:r>
            <a:rPr lang="es-ES" dirty="0"/>
            <a:t> y Fourier para 2D y 3D</a:t>
          </a:r>
        </a:p>
      </dgm:t>
    </dgm:pt>
    <dgm:pt modelId="{72151219-44E0-46F6-801C-1709E3FC446F}" type="parTrans" cxnId="{A3FE4371-6A19-46CE-AE78-56520DEF9689}">
      <dgm:prSet/>
      <dgm:spPr/>
      <dgm:t>
        <a:bodyPr/>
        <a:lstStyle/>
        <a:p>
          <a:endParaRPr lang="es-ES"/>
        </a:p>
      </dgm:t>
    </dgm:pt>
    <dgm:pt modelId="{78F8C31B-8371-487F-A776-5F8722FD810B}" type="sibTrans" cxnId="{A3FE4371-6A19-46CE-AE78-56520DEF9689}">
      <dgm:prSet/>
      <dgm:spPr/>
      <dgm:t>
        <a:bodyPr/>
        <a:lstStyle/>
        <a:p>
          <a:endParaRPr lang="es-ES"/>
        </a:p>
      </dgm:t>
    </dgm:pt>
    <dgm:pt modelId="{2118D6AA-C44E-4EAA-8BF9-B41F2F447D24}">
      <dgm:prSet phldrT="[Texto]"/>
      <dgm:spPr/>
      <dgm:t>
        <a:bodyPr/>
        <a:lstStyle/>
        <a:p>
          <a:r>
            <a:rPr lang="es-ES" dirty="0"/>
            <a:t>Implementar </a:t>
          </a:r>
          <a:r>
            <a:rPr lang="es-ES" baseline="0" dirty="0"/>
            <a:t>en la facultad de informática y electrónica de la ESPOCH</a:t>
          </a:r>
          <a:endParaRPr lang="es-ES" dirty="0"/>
        </a:p>
      </dgm:t>
    </dgm:pt>
    <dgm:pt modelId="{1E6E0D63-D6B4-4C82-A742-DD8B6C8DF261}" type="parTrans" cxnId="{8624501A-8A8E-48B7-AD31-27ED9DCA66B3}">
      <dgm:prSet/>
      <dgm:spPr/>
      <dgm:t>
        <a:bodyPr/>
        <a:lstStyle/>
        <a:p>
          <a:endParaRPr lang="es-ES"/>
        </a:p>
      </dgm:t>
    </dgm:pt>
    <dgm:pt modelId="{304C5CD8-19C7-4EAC-925D-34AE4D938D82}" type="sibTrans" cxnId="{8624501A-8A8E-48B7-AD31-27ED9DCA66B3}">
      <dgm:prSet/>
      <dgm:spPr/>
      <dgm:t>
        <a:bodyPr/>
        <a:lstStyle/>
        <a:p>
          <a:endParaRPr lang="es-ES"/>
        </a:p>
      </dgm:t>
    </dgm:pt>
    <dgm:pt modelId="{09F3D275-3FB6-4E05-9BEE-FB3B8DB16051}">
      <dgm:prSet/>
      <dgm:spPr/>
      <dgm:t>
        <a:bodyPr/>
        <a:lstStyle/>
        <a:p>
          <a:r>
            <a:rPr lang="es-ES" dirty="0"/>
            <a:t>Apoyo para la enseñanza del </a:t>
          </a:r>
          <a:r>
            <a:rPr lang="es-ES"/>
            <a:t>calculo vectorial.</a:t>
          </a:r>
          <a:endParaRPr lang="es-ES" dirty="0"/>
        </a:p>
      </dgm:t>
    </dgm:pt>
    <dgm:pt modelId="{5CA5113C-428F-47DE-8A82-F08DE778C9E5}" type="parTrans" cxnId="{F83BDBDA-A752-4162-974B-1DC99B820B3B}">
      <dgm:prSet/>
      <dgm:spPr/>
      <dgm:t>
        <a:bodyPr/>
        <a:lstStyle/>
        <a:p>
          <a:endParaRPr lang="es-ES"/>
        </a:p>
      </dgm:t>
    </dgm:pt>
    <dgm:pt modelId="{2FC4DF9C-9CE0-4428-97E5-06AA5234A6E3}" type="sibTrans" cxnId="{F83BDBDA-A752-4162-974B-1DC99B820B3B}">
      <dgm:prSet/>
      <dgm:spPr/>
      <dgm:t>
        <a:bodyPr/>
        <a:lstStyle/>
        <a:p>
          <a:endParaRPr lang="es-ES"/>
        </a:p>
      </dgm:t>
    </dgm:pt>
    <dgm:pt modelId="{E9F62E52-7AB8-4FD4-81C5-6102DCED78F7}" type="pres">
      <dgm:prSet presAssocID="{97AAF31E-36BA-4632-8651-D1B47E487D09}" presName="CompostProcess" presStyleCnt="0">
        <dgm:presLayoutVars>
          <dgm:dir/>
          <dgm:resizeHandles val="exact"/>
        </dgm:presLayoutVars>
      </dgm:prSet>
      <dgm:spPr/>
    </dgm:pt>
    <dgm:pt modelId="{D238F41D-C7FD-4948-A1CD-9D7248DD12E2}" type="pres">
      <dgm:prSet presAssocID="{97AAF31E-36BA-4632-8651-D1B47E487D09}" presName="arrow" presStyleLbl="bgShp" presStyleIdx="0" presStyleCnt="1"/>
      <dgm:spPr/>
    </dgm:pt>
    <dgm:pt modelId="{0C72CCC4-C972-4CD4-8EE5-914D5349FF48}" type="pres">
      <dgm:prSet presAssocID="{97AAF31E-36BA-4632-8651-D1B47E487D09}" presName="linearProcess" presStyleCnt="0"/>
      <dgm:spPr/>
    </dgm:pt>
    <dgm:pt modelId="{137BEFB0-B41E-4B02-A45A-1D4E49790825}" type="pres">
      <dgm:prSet presAssocID="{0E38845B-7AF1-4672-B49F-6DF938B6DE07}" presName="textNode" presStyleLbl="node1" presStyleIdx="0" presStyleCnt="4">
        <dgm:presLayoutVars>
          <dgm:bulletEnabled val="1"/>
        </dgm:presLayoutVars>
      </dgm:prSet>
      <dgm:spPr/>
    </dgm:pt>
    <dgm:pt modelId="{3FF18E2D-8A31-46C4-8690-7A5502DA0AF8}" type="pres">
      <dgm:prSet presAssocID="{9152D733-B099-4856-BC2B-25B8C8F4CB3E}" presName="sibTrans" presStyleCnt="0"/>
      <dgm:spPr/>
    </dgm:pt>
    <dgm:pt modelId="{8C78B65F-0DAD-495B-B28A-24ACA9F03662}" type="pres">
      <dgm:prSet presAssocID="{0184CD05-F7A2-4262-B3FF-5A8814D9517D}" presName="textNode" presStyleLbl="node1" presStyleIdx="1" presStyleCnt="4">
        <dgm:presLayoutVars>
          <dgm:bulletEnabled val="1"/>
        </dgm:presLayoutVars>
      </dgm:prSet>
      <dgm:spPr/>
    </dgm:pt>
    <dgm:pt modelId="{AB1CBCC1-D55D-46C6-873A-EDC349295C4D}" type="pres">
      <dgm:prSet presAssocID="{78F8C31B-8371-487F-A776-5F8722FD810B}" presName="sibTrans" presStyleCnt="0"/>
      <dgm:spPr/>
    </dgm:pt>
    <dgm:pt modelId="{D6FB8173-9D6A-4D43-B8B2-065551E5D347}" type="pres">
      <dgm:prSet presAssocID="{2118D6AA-C44E-4EAA-8BF9-B41F2F447D24}" presName="textNode" presStyleLbl="node1" presStyleIdx="2" presStyleCnt="4">
        <dgm:presLayoutVars>
          <dgm:bulletEnabled val="1"/>
        </dgm:presLayoutVars>
      </dgm:prSet>
      <dgm:spPr/>
    </dgm:pt>
    <dgm:pt modelId="{04611D34-3DC3-46E0-8216-2BE463500391}" type="pres">
      <dgm:prSet presAssocID="{304C5CD8-19C7-4EAC-925D-34AE4D938D82}" presName="sibTrans" presStyleCnt="0"/>
      <dgm:spPr/>
    </dgm:pt>
    <dgm:pt modelId="{BE862D0E-7339-4CBD-8B21-7151766F5389}" type="pres">
      <dgm:prSet presAssocID="{09F3D275-3FB6-4E05-9BEE-FB3B8DB16051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8624501A-8A8E-48B7-AD31-27ED9DCA66B3}" srcId="{97AAF31E-36BA-4632-8651-D1B47E487D09}" destId="{2118D6AA-C44E-4EAA-8BF9-B41F2F447D24}" srcOrd="2" destOrd="0" parTransId="{1E6E0D63-D6B4-4C82-A742-DD8B6C8DF261}" sibTransId="{304C5CD8-19C7-4EAC-925D-34AE4D938D82}"/>
    <dgm:cxn modelId="{25B3B925-0A12-4E12-8ED4-935626059678}" srcId="{97AAF31E-36BA-4632-8651-D1B47E487D09}" destId="{0E38845B-7AF1-4672-B49F-6DF938B6DE07}" srcOrd="0" destOrd="0" parTransId="{4D4C0B88-77AA-4DC9-9871-AF3D0AC7B698}" sibTransId="{9152D733-B099-4856-BC2B-25B8C8F4CB3E}"/>
    <dgm:cxn modelId="{7366E467-F891-40CB-B6BA-10AB5B0280B3}" type="presOf" srcId="{97AAF31E-36BA-4632-8651-D1B47E487D09}" destId="{E9F62E52-7AB8-4FD4-81C5-6102DCED78F7}" srcOrd="0" destOrd="0" presId="urn:microsoft.com/office/officeart/2005/8/layout/hProcess9"/>
    <dgm:cxn modelId="{A3FE4371-6A19-46CE-AE78-56520DEF9689}" srcId="{97AAF31E-36BA-4632-8651-D1B47E487D09}" destId="{0184CD05-F7A2-4262-B3FF-5A8814D9517D}" srcOrd="1" destOrd="0" parTransId="{72151219-44E0-46F6-801C-1709E3FC446F}" sibTransId="{78F8C31B-8371-487F-A776-5F8722FD810B}"/>
    <dgm:cxn modelId="{4FAF8A52-EBCA-4825-9E11-238706078431}" type="presOf" srcId="{0E38845B-7AF1-4672-B49F-6DF938B6DE07}" destId="{137BEFB0-B41E-4B02-A45A-1D4E49790825}" srcOrd="0" destOrd="0" presId="urn:microsoft.com/office/officeart/2005/8/layout/hProcess9"/>
    <dgm:cxn modelId="{11606787-4443-41F8-A0F4-A4264C1740AC}" type="presOf" srcId="{09F3D275-3FB6-4E05-9BEE-FB3B8DB16051}" destId="{BE862D0E-7339-4CBD-8B21-7151766F5389}" srcOrd="0" destOrd="0" presId="urn:microsoft.com/office/officeart/2005/8/layout/hProcess9"/>
    <dgm:cxn modelId="{F28C9494-3F7F-4614-AE4B-A20FBB9DEC53}" type="presOf" srcId="{2118D6AA-C44E-4EAA-8BF9-B41F2F447D24}" destId="{D6FB8173-9D6A-4D43-B8B2-065551E5D347}" srcOrd="0" destOrd="0" presId="urn:microsoft.com/office/officeart/2005/8/layout/hProcess9"/>
    <dgm:cxn modelId="{F83BDBDA-A752-4162-974B-1DC99B820B3B}" srcId="{97AAF31E-36BA-4632-8651-D1B47E487D09}" destId="{09F3D275-3FB6-4E05-9BEE-FB3B8DB16051}" srcOrd="3" destOrd="0" parTransId="{5CA5113C-428F-47DE-8A82-F08DE778C9E5}" sibTransId="{2FC4DF9C-9CE0-4428-97E5-06AA5234A6E3}"/>
    <dgm:cxn modelId="{37F398FF-7496-43C5-B11B-610F1F3FA1B1}" type="presOf" srcId="{0184CD05-F7A2-4262-B3FF-5A8814D9517D}" destId="{8C78B65F-0DAD-495B-B28A-24ACA9F03662}" srcOrd="0" destOrd="0" presId="urn:microsoft.com/office/officeart/2005/8/layout/hProcess9"/>
    <dgm:cxn modelId="{210BF6CD-D95A-4650-9131-FEC414547DBA}" type="presParOf" srcId="{E9F62E52-7AB8-4FD4-81C5-6102DCED78F7}" destId="{D238F41D-C7FD-4948-A1CD-9D7248DD12E2}" srcOrd="0" destOrd="0" presId="urn:microsoft.com/office/officeart/2005/8/layout/hProcess9"/>
    <dgm:cxn modelId="{C27FB719-CFF8-4098-83B8-4B89FF5C2A83}" type="presParOf" srcId="{E9F62E52-7AB8-4FD4-81C5-6102DCED78F7}" destId="{0C72CCC4-C972-4CD4-8EE5-914D5349FF48}" srcOrd="1" destOrd="0" presId="urn:microsoft.com/office/officeart/2005/8/layout/hProcess9"/>
    <dgm:cxn modelId="{B6A7C4D2-8EA6-4F0E-A3E1-FFB125D20D59}" type="presParOf" srcId="{0C72CCC4-C972-4CD4-8EE5-914D5349FF48}" destId="{137BEFB0-B41E-4B02-A45A-1D4E49790825}" srcOrd="0" destOrd="0" presId="urn:microsoft.com/office/officeart/2005/8/layout/hProcess9"/>
    <dgm:cxn modelId="{B06AEF31-DC61-4A9B-A15A-6622E4298DEE}" type="presParOf" srcId="{0C72CCC4-C972-4CD4-8EE5-914D5349FF48}" destId="{3FF18E2D-8A31-46C4-8690-7A5502DA0AF8}" srcOrd="1" destOrd="0" presId="urn:microsoft.com/office/officeart/2005/8/layout/hProcess9"/>
    <dgm:cxn modelId="{9328739E-A96E-4DBA-8EE1-295849520D4D}" type="presParOf" srcId="{0C72CCC4-C972-4CD4-8EE5-914D5349FF48}" destId="{8C78B65F-0DAD-495B-B28A-24ACA9F03662}" srcOrd="2" destOrd="0" presId="urn:microsoft.com/office/officeart/2005/8/layout/hProcess9"/>
    <dgm:cxn modelId="{16F42CA5-24C7-4B24-B9C9-84A5048EB6E5}" type="presParOf" srcId="{0C72CCC4-C972-4CD4-8EE5-914D5349FF48}" destId="{AB1CBCC1-D55D-46C6-873A-EDC349295C4D}" srcOrd="3" destOrd="0" presId="urn:microsoft.com/office/officeart/2005/8/layout/hProcess9"/>
    <dgm:cxn modelId="{B3B40B25-5092-4E77-A463-20A7736AEF94}" type="presParOf" srcId="{0C72CCC4-C972-4CD4-8EE5-914D5349FF48}" destId="{D6FB8173-9D6A-4D43-B8B2-065551E5D347}" srcOrd="4" destOrd="0" presId="urn:microsoft.com/office/officeart/2005/8/layout/hProcess9"/>
    <dgm:cxn modelId="{71385D3F-C2AC-49F8-AA69-6565FB2A0E06}" type="presParOf" srcId="{0C72CCC4-C972-4CD4-8EE5-914D5349FF48}" destId="{04611D34-3DC3-46E0-8216-2BE463500391}" srcOrd="5" destOrd="0" presId="urn:microsoft.com/office/officeart/2005/8/layout/hProcess9"/>
    <dgm:cxn modelId="{D37A72E0-C00E-4E8A-9614-4A819CDA5FA2}" type="presParOf" srcId="{0C72CCC4-C972-4CD4-8EE5-914D5349FF48}" destId="{BE862D0E-7339-4CBD-8B21-7151766F5389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3CC57DE-E6A5-49AF-B5F7-656B3A137C70}" type="doc">
      <dgm:prSet loTypeId="urn:microsoft.com/office/officeart/2005/8/layout/list1" loCatId="list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s-ES"/>
        </a:p>
      </dgm:t>
    </dgm:pt>
    <dgm:pt modelId="{E2B68E49-7F92-4ED2-B605-41E28875B8FA}">
      <dgm:prSet phldrT="[Texto]" custT="1"/>
      <dgm:spPr/>
      <dgm:t>
        <a:bodyPr/>
        <a:lstStyle/>
        <a:p>
          <a:pPr rtl="0"/>
          <a:r>
            <a:rPr lang="es-ES" sz="1600" dirty="0"/>
            <a:t>Analizar y describir la solución de los modelos matemáticos de </a:t>
          </a:r>
          <a:r>
            <a:rPr lang="es-ES" sz="1600" dirty="0" err="1"/>
            <a:t>D’Alambert</a:t>
          </a:r>
          <a:r>
            <a:rPr lang="es-ES" sz="1600" dirty="0"/>
            <a:t> y Fourier para 2D y 3D.</a:t>
          </a:r>
        </a:p>
      </dgm:t>
    </dgm:pt>
    <dgm:pt modelId="{60C6528F-191B-4A40-8AC4-7018A6D0F549}" type="parTrans" cxnId="{E996E123-8287-47C9-9014-19657F658EA8}">
      <dgm:prSet/>
      <dgm:spPr/>
      <dgm:t>
        <a:bodyPr/>
        <a:lstStyle/>
        <a:p>
          <a:endParaRPr lang="es-ES"/>
        </a:p>
      </dgm:t>
    </dgm:pt>
    <dgm:pt modelId="{2D1297C5-4338-491E-8997-ABDF6CE9ACCF}" type="sibTrans" cxnId="{E996E123-8287-47C9-9014-19657F658EA8}">
      <dgm:prSet/>
      <dgm:spPr/>
      <dgm:t>
        <a:bodyPr/>
        <a:lstStyle/>
        <a:p>
          <a:endParaRPr lang="es-ES"/>
        </a:p>
      </dgm:t>
    </dgm:pt>
    <dgm:pt modelId="{EF5DC0C6-8D4F-43F6-9B7F-BC2E3FF5EAFC}">
      <dgm:prSet phldrT="[Texto]" custT="1"/>
      <dgm:spPr/>
      <dgm:t>
        <a:bodyPr/>
        <a:lstStyle/>
        <a:p>
          <a:pPr rtl="0"/>
          <a:r>
            <a:rPr lang="es-ES" sz="1600" dirty="0"/>
            <a:t>Definir los requerimientos para el desarrollo del sistema..</a:t>
          </a:r>
        </a:p>
      </dgm:t>
    </dgm:pt>
    <dgm:pt modelId="{973CA689-5358-46DD-A5C4-F5C18879B367}" type="parTrans" cxnId="{D2D391CE-F405-4AF9-A80B-DB598D0126B3}">
      <dgm:prSet/>
      <dgm:spPr/>
      <dgm:t>
        <a:bodyPr/>
        <a:lstStyle/>
        <a:p>
          <a:endParaRPr lang="es-ES"/>
        </a:p>
      </dgm:t>
    </dgm:pt>
    <dgm:pt modelId="{C4555338-9E5D-4DEC-ABA9-5028BB34AD7B}" type="sibTrans" cxnId="{D2D391CE-F405-4AF9-A80B-DB598D0126B3}">
      <dgm:prSet/>
      <dgm:spPr/>
      <dgm:t>
        <a:bodyPr/>
        <a:lstStyle/>
        <a:p>
          <a:endParaRPr lang="es-ES"/>
        </a:p>
      </dgm:t>
    </dgm:pt>
    <dgm:pt modelId="{929CA991-7526-4798-90BE-DD127E790821}">
      <dgm:prSet phldrT="[Texto]" custT="1"/>
      <dgm:spPr/>
      <dgm:t>
        <a:bodyPr/>
        <a:lstStyle/>
        <a:p>
          <a:pPr rtl="0"/>
          <a:r>
            <a:rPr lang="es-ES" sz="1600" dirty="0"/>
            <a:t>Desarrollar e implementar el sistema web para simular los fenómenos ondulatorios y representar la solución de modelos matemáticos de las ecuaciones de ondas de </a:t>
          </a:r>
          <a:r>
            <a:rPr lang="es-ES" sz="1600" dirty="0" err="1"/>
            <a:t>D’Alambert</a:t>
          </a:r>
          <a:r>
            <a:rPr lang="es-ES" sz="1600" dirty="0"/>
            <a:t> y Fourier para 2D y 3D en la ESPOCH.</a:t>
          </a:r>
        </a:p>
      </dgm:t>
    </dgm:pt>
    <dgm:pt modelId="{CA0360CF-E278-46B4-BD82-7063567365E8}" type="parTrans" cxnId="{16870296-D858-4AE5-93A7-402421E902E4}">
      <dgm:prSet/>
      <dgm:spPr/>
      <dgm:t>
        <a:bodyPr/>
        <a:lstStyle/>
        <a:p>
          <a:endParaRPr lang="es-ES"/>
        </a:p>
      </dgm:t>
    </dgm:pt>
    <dgm:pt modelId="{FE016119-07E3-4774-AA84-92B4F2EFB74A}" type="sibTrans" cxnId="{16870296-D858-4AE5-93A7-402421E902E4}">
      <dgm:prSet/>
      <dgm:spPr/>
      <dgm:t>
        <a:bodyPr/>
        <a:lstStyle/>
        <a:p>
          <a:endParaRPr lang="es-ES"/>
        </a:p>
      </dgm:t>
    </dgm:pt>
    <dgm:pt modelId="{FB654003-4C85-46E4-906D-CCD46C1D5D28}">
      <dgm:prSet custT="1"/>
      <dgm:spPr/>
      <dgm:t>
        <a:bodyPr/>
        <a:lstStyle/>
        <a:p>
          <a:pPr>
            <a:buFont typeface="Symbol" panose="05050102010706020507" pitchFamily="18" charset="2"/>
            <a:buNone/>
          </a:pPr>
          <a:r>
            <a:rPr lang="es-ES" sz="1600" dirty="0"/>
            <a:t>Evaluar la calidad en eficiencia y portabilidad del simulador, de acuerdo con la </a:t>
          </a:r>
          <a:r>
            <a:rPr lang="es-EC" sz="1600" dirty="0"/>
            <a:t>norma ISO/IEC 9126</a:t>
          </a:r>
          <a:r>
            <a:rPr lang="es-ES" sz="1600" dirty="0"/>
            <a:t>.</a:t>
          </a:r>
          <a:endParaRPr lang="es-ES" sz="1600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C899868D-6055-4A1C-9533-BA8847BE03C6}" type="parTrans" cxnId="{6ABAAB1F-963F-4AFF-9083-CA0A04969806}">
      <dgm:prSet/>
      <dgm:spPr/>
      <dgm:t>
        <a:bodyPr/>
        <a:lstStyle/>
        <a:p>
          <a:endParaRPr lang="es-ES"/>
        </a:p>
      </dgm:t>
    </dgm:pt>
    <dgm:pt modelId="{CA7FF330-047D-47A6-AA34-59A9836F4211}" type="sibTrans" cxnId="{6ABAAB1F-963F-4AFF-9083-CA0A04969806}">
      <dgm:prSet/>
      <dgm:spPr/>
      <dgm:t>
        <a:bodyPr/>
        <a:lstStyle/>
        <a:p>
          <a:endParaRPr lang="es-ES"/>
        </a:p>
      </dgm:t>
    </dgm:pt>
    <dgm:pt modelId="{5F843C0D-2129-4317-80A9-4B20472244AF}" type="pres">
      <dgm:prSet presAssocID="{C3CC57DE-E6A5-49AF-B5F7-656B3A137C70}" presName="linear" presStyleCnt="0">
        <dgm:presLayoutVars>
          <dgm:dir/>
          <dgm:animLvl val="lvl"/>
          <dgm:resizeHandles val="exact"/>
        </dgm:presLayoutVars>
      </dgm:prSet>
      <dgm:spPr/>
    </dgm:pt>
    <dgm:pt modelId="{2D27ACAB-ED96-4817-825B-7360110C8E23}" type="pres">
      <dgm:prSet presAssocID="{E2B68E49-7F92-4ED2-B605-41E28875B8FA}" presName="parentLin" presStyleCnt="0"/>
      <dgm:spPr/>
    </dgm:pt>
    <dgm:pt modelId="{B32E2E6B-B2B5-4AC2-88ED-B3718CE549D1}" type="pres">
      <dgm:prSet presAssocID="{E2B68E49-7F92-4ED2-B605-41E28875B8FA}" presName="parentLeftMargin" presStyleLbl="node1" presStyleIdx="0" presStyleCnt="4"/>
      <dgm:spPr/>
    </dgm:pt>
    <dgm:pt modelId="{454DDA2D-9A7B-4499-9577-CE84124CDC4D}" type="pres">
      <dgm:prSet presAssocID="{E2B68E49-7F92-4ED2-B605-41E28875B8FA}" presName="parentText" presStyleLbl="node1" presStyleIdx="0" presStyleCnt="4" custScaleX="113674" custScaleY="377448">
        <dgm:presLayoutVars>
          <dgm:chMax val="0"/>
          <dgm:bulletEnabled val="1"/>
        </dgm:presLayoutVars>
      </dgm:prSet>
      <dgm:spPr/>
    </dgm:pt>
    <dgm:pt modelId="{0A2364BE-D0E8-4671-9CEF-4EC28F73A255}" type="pres">
      <dgm:prSet presAssocID="{E2B68E49-7F92-4ED2-B605-41E28875B8FA}" presName="negativeSpace" presStyleCnt="0"/>
      <dgm:spPr/>
    </dgm:pt>
    <dgm:pt modelId="{2DCE8B29-DF12-4310-8CDE-7F3594559CB0}" type="pres">
      <dgm:prSet presAssocID="{E2B68E49-7F92-4ED2-B605-41E28875B8FA}" presName="childText" presStyleLbl="conFgAcc1" presStyleIdx="0" presStyleCnt="4">
        <dgm:presLayoutVars>
          <dgm:bulletEnabled val="1"/>
        </dgm:presLayoutVars>
      </dgm:prSet>
      <dgm:spPr/>
    </dgm:pt>
    <dgm:pt modelId="{B5015EDA-D1BB-4AFB-8BA1-1F606348EBBC}" type="pres">
      <dgm:prSet presAssocID="{2D1297C5-4338-491E-8997-ABDF6CE9ACCF}" presName="spaceBetweenRectangles" presStyleCnt="0"/>
      <dgm:spPr/>
    </dgm:pt>
    <dgm:pt modelId="{FD3468C4-ED8A-4B52-A39A-8729449D9184}" type="pres">
      <dgm:prSet presAssocID="{EF5DC0C6-8D4F-43F6-9B7F-BC2E3FF5EAFC}" presName="parentLin" presStyleCnt="0"/>
      <dgm:spPr/>
    </dgm:pt>
    <dgm:pt modelId="{0B25CD9F-E2CA-440E-AFC5-D9026C31BD12}" type="pres">
      <dgm:prSet presAssocID="{EF5DC0C6-8D4F-43F6-9B7F-BC2E3FF5EAFC}" presName="parentLeftMargin" presStyleLbl="node1" presStyleIdx="0" presStyleCnt="4"/>
      <dgm:spPr/>
    </dgm:pt>
    <dgm:pt modelId="{F549710D-0120-4343-8EDC-67EBA80BB47C}" type="pres">
      <dgm:prSet presAssocID="{EF5DC0C6-8D4F-43F6-9B7F-BC2E3FF5EAFC}" presName="parentText" presStyleLbl="node1" presStyleIdx="1" presStyleCnt="4" custScaleX="113508" custScaleY="325971">
        <dgm:presLayoutVars>
          <dgm:chMax val="0"/>
          <dgm:bulletEnabled val="1"/>
        </dgm:presLayoutVars>
      </dgm:prSet>
      <dgm:spPr/>
    </dgm:pt>
    <dgm:pt modelId="{5BEEDBBB-5B77-4CD1-A1B3-9C83CBBA26C6}" type="pres">
      <dgm:prSet presAssocID="{EF5DC0C6-8D4F-43F6-9B7F-BC2E3FF5EAFC}" presName="negativeSpace" presStyleCnt="0"/>
      <dgm:spPr/>
    </dgm:pt>
    <dgm:pt modelId="{B85546DA-268D-4D08-AA25-F0326E04E7B9}" type="pres">
      <dgm:prSet presAssocID="{EF5DC0C6-8D4F-43F6-9B7F-BC2E3FF5EAFC}" presName="childText" presStyleLbl="conFgAcc1" presStyleIdx="1" presStyleCnt="4">
        <dgm:presLayoutVars>
          <dgm:bulletEnabled val="1"/>
        </dgm:presLayoutVars>
      </dgm:prSet>
      <dgm:spPr/>
    </dgm:pt>
    <dgm:pt modelId="{BEA0F135-0169-404B-833F-2C680B3ED878}" type="pres">
      <dgm:prSet presAssocID="{C4555338-9E5D-4DEC-ABA9-5028BB34AD7B}" presName="spaceBetweenRectangles" presStyleCnt="0"/>
      <dgm:spPr/>
    </dgm:pt>
    <dgm:pt modelId="{9D11933F-82FC-4D0F-AB8B-A20C31207841}" type="pres">
      <dgm:prSet presAssocID="{929CA991-7526-4798-90BE-DD127E790821}" presName="parentLin" presStyleCnt="0"/>
      <dgm:spPr/>
    </dgm:pt>
    <dgm:pt modelId="{23325BE4-AC79-4C7C-8786-00D0693FC969}" type="pres">
      <dgm:prSet presAssocID="{929CA991-7526-4798-90BE-DD127E790821}" presName="parentLeftMargin" presStyleLbl="node1" presStyleIdx="1" presStyleCnt="4"/>
      <dgm:spPr/>
    </dgm:pt>
    <dgm:pt modelId="{922854AA-EBD8-45C8-B5AB-BED1EEE36699}" type="pres">
      <dgm:prSet presAssocID="{929CA991-7526-4798-90BE-DD127E790821}" presName="parentText" presStyleLbl="node1" presStyleIdx="2" presStyleCnt="4" custScaleX="113787" custScaleY="351996">
        <dgm:presLayoutVars>
          <dgm:chMax val="0"/>
          <dgm:bulletEnabled val="1"/>
        </dgm:presLayoutVars>
      </dgm:prSet>
      <dgm:spPr/>
    </dgm:pt>
    <dgm:pt modelId="{653C470F-ACA2-4FA6-A51E-A842AA7418BD}" type="pres">
      <dgm:prSet presAssocID="{929CA991-7526-4798-90BE-DD127E790821}" presName="negativeSpace" presStyleCnt="0"/>
      <dgm:spPr/>
    </dgm:pt>
    <dgm:pt modelId="{0EC87CA6-5CEC-4DAB-8FE3-86B6804850A8}" type="pres">
      <dgm:prSet presAssocID="{929CA991-7526-4798-90BE-DD127E790821}" presName="childText" presStyleLbl="conFgAcc1" presStyleIdx="2" presStyleCnt="4">
        <dgm:presLayoutVars>
          <dgm:bulletEnabled val="1"/>
        </dgm:presLayoutVars>
      </dgm:prSet>
      <dgm:spPr/>
    </dgm:pt>
    <dgm:pt modelId="{1DA82650-B7EB-4A62-9625-2917ABE40219}" type="pres">
      <dgm:prSet presAssocID="{FE016119-07E3-4774-AA84-92B4F2EFB74A}" presName="spaceBetweenRectangles" presStyleCnt="0"/>
      <dgm:spPr/>
    </dgm:pt>
    <dgm:pt modelId="{9E1BEF5E-BD50-4E1A-BBE3-7EC3F08DCCB7}" type="pres">
      <dgm:prSet presAssocID="{FB654003-4C85-46E4-906D-CCD46C1D5D28}" presName="parentLin" presStyleCnt="0"/>
      <dgm:spPr/>
    </dgm:pt>
    <dgm:pt modelId="{32EF79A6-F53A-47F1-9D06-0123D704454C}" type="pres">
      <dgm:prSet presAssocID="{FB654003-4C85-46E4-906D-CCD46C1D5D28}" presName="parentLeftMargin" presStyleLbl="node1" presStyleIdx="2" presStyleCnt="4"/>
      <dgm:spPr/>
    </dgm:pt>
    <dgm:pt modelId="{8C6BD45A-7EAC-44D1-9F2B-C2F3B3487AA3}" type="pres">
      <dgm:prSet presAssocID="{FB654003-4C85-46E4-906D-CCD46C1D5D28}" presName="parentText" presStyleLbl="node1" presStyleIdx="3" presStyleCnt="4" custScaleX="112851" custScaleY="354318">
        <dgm:presLayoutVars>
          <dgm:chMax val="0"/>
          <dgm:bulletEnabled val="1"/>
        </dgm:presLayoutVars>
      </dgm:prSet>
      <dgm:spPr/>
    </dgm:pt>
    <dgm:pt modelId="{BEE4A230-E5CC-43E5-AD28-839E3564CD82}" type="pres">
      <dgm:prSet presAssocID="{FB654003-4C85-46E4-906D-CCD46C1D5D28}" presName="negativeSpace" presStyleCnt="0"/>
      <dgm:spPr/>
    </dgm:pt>
    <dgm:pt modelId="{C6C813C7-E7AA-40B9-B202-05C9BBD4F437}" type="pres">
      <dgm:prSet presAssocID="{FB654003-4C85-46E4-906D-CCD46C1D5D28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F0FA4A0F-1A63-455E-AB31-988B4DF09161}" type="presOf" srcId="{E2B68E49-7F92-4ED2-B605-41E28875B8FA}" destId="{454DDA2D-9A7B-4499-9577-CE84124CDC4D}" srcOrd="1" destOrd="0" presId="urn:microsoft.com/office/officeart/2005/8/layout/list1"/>
    <dgm:cxn modelId="{6ABAAB1F-963F-4AFF-9083-CA0A04969806}" srcId="{C3CC57DE-E6A5-49AF-B5F7-656B3A137C70}" destId="{FB654003-4C85-46E4-906D-CCD46C1D5D28}" srcOrd="3" destOrd="0" parTransId="{C899868D-6055-4A1C-9533-BA8847BE03C6}" sibTransId="{CA7FF330-047D-47A6-AA34-59A9836F4211}"/>
    <dgm:cxn modelId="{E996E123-8287-47C9-9014-19657F658EA8}" srcId="{C3CC57DE-E6A5-49AF-B5F7-656B3A137C70}" destId="{E2B68E49-7F92-4ED2-B605-41E28875B8FA}" srcOrd="0" destOrd="0" parTransId="{60C6528F-191B-4A40-8AC4-7018A6D0F549}" sibTransId="{2D1297C5-4338-491E-8997-ABDF6CE9ACCF}"/>
    <dgm:cxn modelId="{32E05146-749E-448F-A31F-A511890119BF}" type="presOf" srcId="{EF5DC0C6-8D4F-43F6-9B7F-BC2E3FF5EAFC}" destId="{0B25CD9F-E2CA-440E-AFC5-D9026C31BD12}" srcOrd="0" destOrd="0" presId="urn:microsoft.com/office/officeart/2005/8/layout/list1"/>
    <dgm:cxn modelId="{6BD61B70-CD2C-4CDD-92D8-41F8D551D535}" type="presOf" srcId="{FB654003-4C85-46E4-906D-CCD46C1D5D28}" destId="{8C6BD45A-7EAC-44D1-9F2B-C2F3B3487AA3}" srcOrd="1" destOrd="0" presId="urn:microsoft.com/office/officeart/2005/8/layout/list1"/>
    <dgm:cxn modelId="{F5A55694-25F8-482E-A9AB-063772980274}" type="presOf" srcId="{929CA991-7526-4798-90BE-DD127E790821}" destId="{922854AA-EBD8-45C8-B5AB-BED1EEE36699}" srcOrd="1" destOrd="0" presId="urn:microsoft.com/office/officeart/2005/8/layout/list1"/>
    <dgm:cxn modelId="{16870296-D858-4AE5-93A7-402421E902E4}" srcId="{C3CC57DE-E6A5-49AF-B5F7-656B3A137C70}" destId="{929CA991-7526-4798-90BE-DD127E790821}" srcOrd="2" destOrd="0" parTransId="{CA0360CF-E278-46B4-BD82-7063567365E8}" sibTransId="{FE016119-07E3-4774-AA84-92B4F2EFB74A}"/>
    <dgm:cxn modelId="{DB995A9B-1CD7-4221-82AE-4B1E05ABEB63}" type="presOf" srcId="{FB654003-4C85-46E4-906D-CCD46C1D5D28}" destId="{32EF79A6-F53A-47F1-9D06-0123D704454C}" srcOrd="0" destOrd="0" presId="urn:microsoft.com/office/officeart/2005/8/layout/list1"/>
    <dgm:cxn modelId="{28863BAD-D239-40C5-9647-8FF0C9E069F1}" type="presOf" srcId="{E2B68E49-7F92-4ED2-B605-41E28875B8FA}" destId="{B32E2E6B-B2B5-4AC2-88ED-B3718CE549D1}" srcOrd="0" destOrd="0" presId="urn:microsoft.com/office/officeart/2005/8/layout/list1"/>
    <dgm:cxn modelId="{0576D0BD-6668-4050-8ACC-6CFFF86E34BF}" type="presOf" srcId="{929CA991-7526-4798-90BE-DD127E790821}" destId="{23325BE4-AC79-4C7C-8786-00D0693FC969}" srcOrd="0" destOrd="0" presId="urn:microsoft.com/office/officeart/2005/8/layout/list1"/>
    <dgm:cxn modelId="{D2D391CE-F405-4AF9-A80B-DB598D0126B3}" srcId="{C3CC57DE-E6A5-49AF-B5F7-656B3A137C70}" destId="{EF5DC0C6-8D4F-43F6-9B7F-BC2E3FF5EAFC}" srcOrd="1" destOrd="0" parTransId="{973CA689-5358-46DD-A5C4-F5C18879B367}" sibTransId="{C4555338-9E5D-4DEC-ABA9-5028BB34AD7B}"/>
    <dgm:cxn modelId="{2343D3E2-53EB-4AF7-85A2-0B9F38DE2B20}" type="presOf" srcId="{EF5DC0C6-8D4F-43F6-9B7F-BC2E3FF5EAFC}" destId="{F549710D-0120-4343-8EDC-67EBA80BB47C}" srcOrd="1" destOrd="0" presId="urn:microsoft.com/office/officeart/2005/8/layout/list1"/>
    <dgm:cxn modelId="{7E3156FA-86AC-4FC1-BD73-3F974533101C}" type="presOf" srcId="{C3CC57DE-E6A5-49AF-B5F7-656B3A137C70}" destId="{5F843C0D-2129-4317-80A9-4B20472244AF}" srcOrd="0" destOrd="0" presId="urn:microsoft.com/office/officeart/2005/8/layout/list1"/>
    <dgm:cxn modelId="{A20FE3FA-4FF9-42D9-8513-9CDA66B0C852}" type="presParOf" srcId="{5F843C0D-2129-4317-80A9-4B20472244AF}" destId="{2D27ACAB-ED96-4817-825B-7360110C8E23}" srcOrd="0" destOrd="0" presId="urn:microsoft.com/office/officeart/2005/8/layout/list1"/>
    <dgm:cxn modelId="{8218CB9A-B82E-4547-B8A3-9C60E31942CA}" type="presParOf" srcId="{2D27ACAB-ED96-4817-825B-7360110C8E23}" destId="{B32E2E6B-B2B5-4AC2-88ED-B3718CE549D1}" srcOrd="0" destOrd="0" presId="urn:microsoft.com/office/officeart/2005/8/layout/list1"/>
    <dgm:cxn modelId="{F2076AB7-E6A1-4C2F-82F4-F040E3BC2C96}" type="presParOf" srcId="{2D27ACAB-ED96-4817-825B-7360110C8E23}" destId="{454DDA2D-9A7B-4499-9577-CE84124CDC4D}" srcOrd="1" destOrd="0" presId="urn:microsoft.com/office/officeart/2005/8/layout/list1"/>
    <dgm:cxn modelId="{820BA6BC-26C6-452B-A836-6180D19BB396}" type="presParOf" srcId="{5F843C0D-2129-4317-80A9-4B20472244AF}" destId="{0A2364BE-D0E8-4671-9CEF-4EC28F73A255}" srcOrd="1" destOrd="0" presId="urn:microsoft.com/office/officeart/2005/8/layout/list1"/>
    <dgm:cxn modelId="{3180ED68-4CEF-45BD-A836-4188FD635005}" type="presParOf" srcId="{5F843C0D-2129-4317-80A9-4B20472244AF}" destId="{2DCE8B29-DF12-4310-8CDE-7F3594559CB0}" srcOrd="2" destOrd="0" presId="urn:microsoft.com/office/officeart/2005/8/layout/list1"/>
    <dgm:cxn modelId="{CCDF7EE3-1A52-423A-80F4-72B4C6ECD289}" type="presParOf" srcId="{5F843C0D-2129-4317-80A9-4B20472244AF}" destId="{B5015EDA-D1BB-4AFB-8BA1-1F606348EBBC}" srcOrd="3" destOrd="0" presId="urn:microsoft.com/office/officeart/2005/8/layout/list1"/>
    <dgm:cxn modelId="{2DBAABD1-1D3C-47E4-B8BF-41D325B1EE2C}" type="presParOf" srcId="{5F843C0D-2129-4317-80A9-4B20472244AF}" destId="{FD3468C4-ED8A-4B52-A39A-8729449D9184}" srcOrd="4" destOrd="0" presId="urn:microsoft.com/office/officeart/2005/8/layout/list1"/>
    <dgm:cxn modelId="{CCBEB975-3D48-4A18-9A21-499268422C34}" type="presParOf" srcId="{FD3468C4-ED8A-4B52-A39A-8729449D9184}" destId="{0B25CD9F-E2CA-440E-AFC5-D9026C31BD12}" srcOrd="0" destOrd="0" presId="urn:microsoft.com/office/officeart/2005/8/layout/list1"/>
    <dgm:cxn modelId="{C89BF8B6-63EA-40C7-B6FC-41E47949263B}" type="presParOf" srcId="{FD3468C4-ED8A-4B52-A39A-8729449D9184}" destId="{F549710D-0120-4343-8EDC-67EBA80BB47C}" srcOrd="1" destOrd="0" presId="urn:microsoft.com/office/officeart/2005/8/layout/list1"/>
    <dgm:cxn modelId="{11FFC89C-97B4-4665-8B27-6100DBBF16E9}" type="presParOf" srcId="{5F843C0D-2129-4317-80A9-4B20472244AF}" destId="{5BEEDBBB-5B77-4CD1-A1B3-9C83CBBA26C6}" srcOrd="5" destOrd="0" presId="urn:microsoft.com/office/officeart/2005/8/layout/list1"/>
    <dgm:cxn modelId="{CBF7E554-B219-4FBC-8A35-98C7B1479C91}" type="presParOf" srcId="{5F843C0D-2129-4317-80A9-4B20472244AF}" destId="{B85546DA-268D-4D08-AA25-F0326E04E7B9}" srcOrd="6" destOrd="0" presId="urn:microsoft.com/office/officeart/2005/8/layout/list1"/>
    <dgm:cxn modelId="{ADCC8845-998C-4747-928F-A5405A766190}" type="presParOf" srcId="{5F843C0D-2129-4317-80A9-4B20472244AF}" destId="{BEA0F135-0169-404B-833F-2C680B3ED878}" srcOrd="7" destOrd="0" presId="urn:microsoft.com/office/officeart/2005/8/layout/list1"/>
    <dgm:cxn modelId="{86F48EAD-7769-492F-B622-05D1AC4524A5}" type="presParOf" srcId="{5F843C0D-2129-4317-80A9-4B20472244AF}" destId="{9D11933F-82FC-4D0F-AB8B-A20C31207841}" srcOrd="8" destOrd="0" presId="urn:microsoft.com/office/officeart/2005/8/layout/list1"/>
    <dgm:cxn modelId="{E50765C2-94A5-44A0-8438-552C16A7874E}" type="presParOf" srcId="{9D11933F-82FC-4D0F-AB8B-A20C31207841}" destId="{23325BE4-AC79-4C7C-8786-00D0693FC969}" srcOrd="0" destOrd="0" presId="urn:microsoft.com/office/officeart/2005/8/layout/list1"/>
    <dgm:cxn modelId="{AB203A54-52B3-426F-AC06-358E4C826284}" type="presParOf" srcId="{9D11933F-82FC-4D0F-AB8B-A20C31207841}" destId="{922854AA-EBD8-45C8-B5AB-BED1EEE36699}" srcOrd="1" destOrd="0" presId="urn:microsoft.com/office/officeart/2005/8/layout/list1"/>
    <dgm:cxn modelId="{809200F3-D1A9-4FAD-93EE-120B79FC7AAE}" type="presParOf" srcId="{5F843C0D-2129-4317-80A9-4B20472244AF}" destId="{653C470F-ACA2-4FA6-A51E-A842AA7418BD}" srcOrd="9" destOrd="0" presId="urn:microsoft.com/office/officeart/2005/8/layout/list1"/>
    <dgm:cxn modelId="{E5D7C43B-187A-47EE-BCF7-01F3CE0EDF95}" type="presParOf" srcId="{5F843C0D-2129-4317-80A9-4B20472244AF}" destId="{0EC87CA6-5CEC-4DAB-8FE3-86B6804850A8}" srcOrd="10" destOrd="0" presId="urn:microsoft.com/office/officeart/2005/8/layout/list1"/>
    <dgm:cxn modelId="{73314F06-6244-4350-ADBE-B2CBA4753D48}" type="presParOf" srcId="{5F843C0D-2129-4317-80A9-4B20472244AF}" destId="{1DA82650-B7EB-4A62-9625-2917ABE40219}" srcOrd="11" destOrd="0" presId="urn:microsoft.com/office/officeart/2005/8/layout/list1"/>
    <dgm:cxn modelId="{86E2DEEB-706C-42AF-97EE-BA887B46B8DB}" type="presParOf" srcId="{5F843C0D-2129-4317-80A9-4B20472244AF}" destId="{9E1BEF5E-BD50-4E1A-BBE3-7EC3F08DCCB7}" srcOrd="12" destOrd="0" presId="urn:microsoft.com/office/officeart/2005/8/layout/list1"/>
    <dgm:cxn modelId="{A737E463-848E-4DD4-951A-C2E6A88284CF}" type="presParOf" srcId="{9E1BEF5E-BD50-4E1A-BBE3-7EC3F08DCCB7}" destId="{32EF79A6-F53A-47F1-9D06-0123D704454C}" srcOrd="0" destOrd="0" presId="urn:microsoft.com/office/officeart/2005/8/layout/list1"/>
    <dgm:cxn modelId="{35F1BD12-9B8E-4D67-AC95-121F5928C5F7}" type="presParOf" srcId="{9E1BEF5E-BD50-4E1A-BBE3-7EC3F08DCCB7}" destId="{8C6BD45A-7EAC-44D1-9F2B-C2F3B3487AA3}" srcOrd="1" destOrd="0" presId="urn:microsoft.com/office/officeart/2005/8/layout/list1"/>
    <dgm:cxn modelId="{7ABCFDF1-F467-4030-B9AB-3AA5C0CEADF6}" type="presParOf" srcId="{5F843C0D-2129-4317-80A9-4B20472244AF}" destId="{BEE4A230-E5CC-43E5-AD28-839E3564CD82}" srcOrd="13" destOrd="0" presId="urn:microsoft.com/office/officeart/2005/8/layout/list1"/>
    <dgm:cxn modelId="{B8ED51C6-A3FB-4AB8-8057-00027DF7CF95}" type="presParOf" srcId="{5F843C0D-2129-4317-80A9-4B20472244AF}" destId="{C6C813C7-E7AA-40B9-B202-05C9BBD4F437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DA35C6C-1540-4446-A884-34E2A1B9E4E8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s-ES"/>
        </a:p>
      </dgm:t>
    </dgm:pt>
    <dgm:pt modelId="{51E808AE-F0BC-45FE-AEF7-9DEFE30563B9}">
      <dgm:prSet phldrT="[Texto]"/>
      <dgm:spPr/>
      <dgm:t>
        <a:bodyPr/>
        <a:lstStyle/>
        <a:p>
          <a:r>
            <a:rPr lang="es-ES" dirty="0"/>
            <a:t>GRÁFICOS POR COMPUTADORA </a:t>
          </a:r>
        </a:p>
      </dgm:t>
    </dgm:pt>
    <dgm:pt modelId="{B31A7FB4-5539-4FA2-9D9A-907F6D5C6EA2}" type="parTrans" cxnId="{0DE363C7-90AE-4E13-B57E-EDC2AA36B0D5}">
      <dgm:prSet/>
      <dgm:spPr/>
      <dgm:t>
        <a:bodyPr/>
        <a:lstStyle/>
        <a:p>
          <a:endParaRPr lang="es-ES"/>
        </a:p>
      </dgm:t>
    </dgm:pt>
    <dgm:pt modelId="{4F73E417-6364-48AD-88D9-6F0EC70E2AFB}" type="sibTrans" cxnId="{0DE363C7-90AE-4E13-B57E-EDC2AA36B0D5}">
      <dgm:prSet/>
      <dgm:spPr/>
      <dgm:t>
        <a:bodyPr/>
        <a:lstStyle/>
        <a:p>
          <a:endParaRPr lang="es-ES"/>
        </a:p>
      </dgm:t>
    </dgm:pt>
    <dgm:pt modelId="{B33C6BE0-75A1-4D70-A508-F3065E1E7774}">
      <dgm:prSet/>
      <dgm:spPr/>
      <dgm:t>
        <a:bodyPr/>
        <a:lstStyle/>
        <a:p>
          <a:r>
            <a:rPr lang="es-ES" dirty="0"/>
            <a:t>ECUACIONES DE ONDAS</a:t>
          </a:r>
        </a:p>
      </dgm:t>
    </dgm:pt>
    <dgm:pt modelId="{70BD3642-2A8A-48EE-BAA2-F9F43191B74B}" type="parTrans" cxnId="{5D9A2989-F398-4250-8655-BBA885D6475E}">
      <dgm:prSet/>
      <dgm:spPr/>
      <dgm:t>
        <a:bodyPr/>
        <a:lstStyle/>
        <a:p>
          <a:endParaRPr lang="es-ES"/>
        </a:p>
      </dgm:t>
    </dgm:pt>
    <dgm:pt modelId="{AC7BB235-F02B-4176-93DA-650D7D5E8F0E}" type="sibTrans" cxnId="{5D9A2989-F398-4250-8655-BBA885D6475E}">
      <dgm:prSet/>
      <dgm:spPr/>
      <dgm:t>
        <a:bodyPr/>
        <a:lstStyle/>
        <a:p>
          <a:endParaRPr lang="es-ES"/>
        </a:p>
      </dgm:t>
    </dgm:pt>
    <dgm:pt modelId="{94B68404-EDEC-49B1-999E-A5AACF73CBC4}">
      <dgm:prSet/>
      <dgm:spPr/>
      <dgm:t>
        <a:bodyPr/>
        <a:lstStyle/>
        <a:p>
          <a:r>
            <a:rPr lang="es-ES" dirty="0"/>
            <a:t>HERRAMIENTAS DE DESARROLLO</a:t>
          </a:r>
        </a:p>
      </dgm:t>
    </dgm:pt>
    <dgm:pt modelId="{8DA1EDF2-14DB-4F39-A651-082D566F24CC}" type="parTrans" cxnId="{68E5974E-101C-4BD0-863C-E2596C853A01}">
      <dgm:prSet/>
      <dgm:spPr/>
      <dgm:t>
        <a:bodyPr/>
        <a:lstStyle/>
        <a:p>
          <a:endParaRPr lang="es-ES"/>
        </a:p>
      </dgm:t>
    </dgm:pt>
    <dgm:pt modelId="{BCB83035-4954-4BBE-8944-7B4634BAD6FB}" type="sibTrans" cxnId="{68E5974E-101C-4BD0-863C-E2596C853A01}">
      <dgm:prSet/>
      <dgm:spPr/>
      <dgm:t>
        <a:bodyPr/>
        <a:lstStyle/>
        <a:p>
          <a:endParaRPr lang="es-ES"/>
        </a:p>
      </dgm:t>
    </dgm:pt>
    <dgm:pt modelId="{75331588-D1E3-4606-9F70-5D9DFAC81034}">
      <dgm:prSet/>
      <dgm:spPr/>
      <dgm:t>
        <a:bodyPr/>
        <a:lstStyle/>
        <a:p>
          <a:r>
            <a:rPr lang="es-ES" dirty="0"/>
            <a:t>CALIDAD DE SOFTWARE</a:t>
          </a:r>
        </a:p>
      </dgm:t>
    </dgm:pt>
    <dgm:pt modelId="{E4B5981D-6D4B-4D1E-87A9-0F3B82AB40B7}" type="parTrans" cxnId="{36A2ECF6-1F2D-4F7C-AFF8-D636D7E83B6C}">
      <dgm:prSet/>
      <dgm:spPr/>
      <dgm:t>
        <a:bodyPr/>
        <a:lstStyle/>
        <a:p>
          <a:endParaRPr lang="es-ES"/>
        </a:p>
      </dgm:t>
    </dgm:pt>
    <dgm:pt modelId="{2E2B72E2-ECBF-4595-888D-4825C7F3FF93}" type="sibTrans" cxnId="{36A2ECF6-1F2D-4F7C-AFF8-D636D7E83B6C}">
      <dgm:prSet/>
      <dgm:spPr/>
      <dgm:t>
        <a:bodyPr/>
        <a:lstStyle/>
        <a:p>
          <a:endParaRPr lang="es-ES"/>
        </a:p>
      </dgm:t>
    </dgm:pt>
    <dgm:pt modelId="{632803DB-D409-40B8-9249-18B2A328D497}" type="pres">
      <dgm:prSet presAssocID="{5DA35C6C-1540-4446-A884-34E2A1B9E4E8}" presName="Name0" presStyleCnt="0">
        <dgm:presLayoutVars>
          <dgm:chMax val="7"/>
          <dgm:chPref val="7"/>
          <dgm:dir/>
        </dgm:presLayoutVars>
      </dgm:prSet>
      <dgm:spPr/>
    </dgm:pt>
    <dgm:pt modelId="{EB7F5F4A-192F-49FE-B559-0E03450E9E75}" type="pres">
      <dgm:prSet presAssocID="{5DA35C6C-1540-4446-A884-34E2A1B9E4E8}" presName="Name1" presStyleCnt="0"/>
      <dgm:spPr/>
    </dgm:pt>
    <dgm:pt modelId="{B222D524-4F8F-43EC-823E-9A2785279E2F}" type="pres">
      <dgm:prSet presAssocID="{5DA35C6C-1540-4446-A884-34E2A1B9E4E8}" presName="cycle" presStyleCnt="0"/>
      <dgm:spPr/>
    </dgm:pt>
    <dgm:pt modelId="{D64DD79E-966B-4A8A-900E-C66F774186F1}" type="pres">
      <dgm:prSet presAssocID="{5DA35C6C-1540-4446-A884-34E2A1B9E4E8}" presName="srcNode" presStyleLbl="node1" presStyleIdx="0" presStyleCnt="4"/>
      <dgm:spPr/>
    </dgm:pt>
    <dgm:pt modelId="{02FA08A4-BE9D-4480-9933-E17D4E3AC0A7}" type="pres">
      <dgm:prSet presAssocID="{5DA35C6C-1540-4446-A884-34E2A1B9E4E8}" presName="conn" presStyleLbl="parChTrans1D2" presStyleIdx="0" presStyleCnt="1"/>
      <dgm:spPr/>
    </dgm:pt>
    <dgm:pt modelId="{D20AED78-0F45-49C9-A1D3-18BBF7D3DA81}" type="pres">
      <dgm:prSet presAssocID="{5DA35C6C-1540-4446-A884-34E2A1B9E4E8}" presName="extraNode" presStyleLbl="node1" presStyleIdx="0" presStyleCnt="4"/>
      <dgm:spPr/>
    </dgm:pt>
    <dgm:pt modelId="{7060F346-00B9-48CC-8F5D-9142F0314EB9}" type="pres">
      <dgm:prSet presAssocID="{5DA35C6C-1540-4446-A884-34E2A1B9E4E8}" presName="dstNode" presStyleLbl="node1" presStyleIdx="0" presStyleCnt="4"/>
      <dgm:spPr/>
    </dgm:pt>
    <dgm:pt modelId="{1247963A-6C8E-42AD-A080-FA0DC31B4B8F}" type="pres">
      <dgm:prSet presAssocID="{51E808AE-F0BC-45FE-AEF7-9DEFE30563B9}" presName="text_1" presStyleLbl="node1" presStyleIdx="0" presStyleCnt="4">
        <dgm:presLayoutVars>
          <dgm:bulletEnabled val="1"/>
        </dgm:presLayoutVars>
      </dgm:prSet>
      <dgm:spPr/>
    </dgm:pt>
    <dgm:pt modelId="{8A94C069-0248-473B-8592-756FDC674F5D}" type="pres">
      <dgm:prSet presAssocID="{51E808AE-F0BC-45FE-AEF7-9DEFE30563B9}" presName="accent_1" presStyleCnt="0"/>
      <dgm:spPr/>
    </dgm:pt>
    <dgm:pt modelId="{A924AE1F-E294-4051-BDA3-089451087056}" type="pres">
      <dgm:prSet presAssocID="{51E808AE-F0BC-45FE-AEF7-9DEFE30563B9}" presName="accentRepeatNode" presStyleLbl="solidFgAcc1" presStyleIdx="0" presStyleCnt="4"/>
      <dgm:spPr/>
    </dgm:pt>
    <dgm:pt modelId="{C1E08CD7-DC70-4326-BAE2-48F5A6B7ACEE}" type="pres">
      <dgm:prSet presAssocID="{B33C6BE0-75A1-4D70-A508-F3065E1E7774}" presName="text_2" presStyleLbl="node1" presStyleIdx="1" presStyleCnt="4">
        <dgm:presLayoutVars>
          <dgm:bulletEnabled val="1"/>
        </dgm:presLayoutVars>
      </dgm:prSet>
      <dgm:spPr/>
    </dgm:pt>
    <dgm:pt modelId="{1F7C776D-DBA2-4BFF-9F12-2DF5CEFF09CE}" type="pres">
      <dgm:prSet presAssocID="{B33C6BE0-75A1-4D70-A508-F3065E1E7774}" presName="accent_2" presStyleCnt="0"/>
      <dgm:spPr/>
    </dgm:pt>
    <dgm:pt modelId="{AC234BAC-504B-47EF-B42B-5763308DC5AE}" type="pres">
      <dgm:prSet presAssocID="{B33C6BE0-75A1-4D70-A508-F3065E1E7774}" presName="accentRepeatNode" presStyleLbl="solidFgAcc1" presStyleIdx="1" presStyleCnt="4"/>
      <dgm:spPr/>
    </dgm:pt>
    <dgm:pt modelId="{4F8EE03B-5F9E-46A8-9199-45066334EE55}" type="pres">
      <dgm:prSet presAssocID="{94B68404-EDEC-49B1-999E-A5AACF73CBC4}" presName="text_3" presStyleLbl="node1" presStyleIdx="2" presStyleCnt="4">
        <dgm:presLayoutVars>
          <dgm:bulletEnabled val="1"/>
        </dgm:presLayoutVars>
      </dgm:prSet>
      <dgm:spPr/>
    </dgm:pt>
    <dgm:pt modelId="{AD02A0CE-E1EE-4AD9-AB94-25123F27753B}" type="pres">
      <dgm:prSet presAssocID="{94B68404-EDEC-49B1-999E-A5AACF73CBC4}" presName="accent_3" presStyleCnt="0"/>
      <dgm:spPr/>
    </dgm:pt>
    <dgm:pt modelId="{E1EDD79E-F720-43A4-AD23-BB4A2E3787AC}" type="pres">
      <dgm:prSet presAssocID="{94B68404-EDEC-49B1-999E-A5AACF73CBC4}" presName="accentRepeatNode" presStyleLbl="solidFgAcc1" presStyleIdx="2" presStyleCnt="4"/>
      <dgm:spPr/>
    </dgm:pt>
    <dgm:pt modelId="{5DEBE2D5-0186-46D8-BF59-627184251E27}" type="pres">
      <dgm:prSet presAssocID="{75331588-D1E3-4606-9F70-5D9DFAC81034}" presName="text_4" presStyleLbl="node1" presStyleIdx="3" presStyleCnt="4">
        <dgm:presLayoutVars>
          <dgm:bulletEnabled val="1"/>
        </dgm:presLayoutVars>
      </dgm:prSet>
      <dgm:spPr/>
    </dgm:pt>
    <dgm:pt modelId="{9681DBA2-283E-4701-9742-B64978F902AD}" type="pres">
      <dgm:prSet presAssocID="{75331588-D1E3-4606-9F70-5D9DFAC81034}" presName="accent_4" presStyleCnt="0"/>
      <dgm:spPr/>
    </dgm:pt>
    <dgm:pt modelId="{E0B0E95D-E5F7-4D09-A4C8-BC4109D1DF46}" type="pres">
      <dgm:prSet presAssocID="{75331588-D1E3-4606-9F70-5D9DFAC81034}" presName="accentRepeatNode" presStyleLbl="solidFgAcc1" presStyleIdx="3" presStyleCnt="4"/>
      <dgm:spPr/>
    </dgm:pt>
  </dgm:ptLst>
  <dgm:cxnLst>
    <dgm:cxn modelId="{165C8E2B-E558-410D-8C53-CE9FD1A15C93}" type="presOf" srcId="{B33C6BE0-75A1-4D70-A508-F3065E1E7774}" destId="{C1E08CD7-DC70-4326-BAE2-48F5A6B7ACEE}" srcOrd="0" destOrd="0" presId="urn:microsoft.com/office/officeart/2008/layout/VerticalCurvedList"/>
    <dgm:cxn modelId="{FDC8682F-35B6-4FE7-9A4A-BE4F37181CC4}" type="presOf" srcId="{5DA35C6C-1540-4446-A884-34E2A1B9E4E8}" destId="{632803DB-D409-40B8-9249-18B2A328D497}" srcOrd="0" destOrd="0" presId="urn:microsoft.com/office/officeart/2008/layout/VerticalCurvedList"/>
    <dgm:cxn modelId="{E407DB69-01F0-4839-95D4-98000863E8FF}" type="presOf" srcId="{51E808AE-F0BC-45FE-AEF7-9DEFE30563B9}" destId="{1247963A-6C8E-42AD-A080-FA0DC31B4B8F}" srcOrd="0" destOrd="0" presId="urn:microsoft.com/office/officeart/2008/layout/VerticalCurvedList"/>
    <dgm:cxn modelId="{68E5974E-101C-4BD0-863C-E2596C853A01}" srcId="{5DA35C6C-1540-4446-A884-34E2A1B9E4E8}" destId="{94B68404-EDEC-49B1-999E-A5AACF73CBC4}" srcOrd="2" destOrd="0" parTransId="{8DA1EDF2-14DB-4F39-A651-082D566F24CC}" sibTransId="{BCB83035-4954-4BBE-8944-7B4634BAD6FB}"/>
    <dgm:cxn modelId="{2F47AA74-639D-4FE9-81DC-1BA74CE81B8D}" type="presOf" srcId="{75331588-D1E3-4606-9F70-5D9DFAC81034}" destId="{5DEBE2D5-0186-46D8-BF59-627184251E27}" srcOrd="0" destOrd="0" presId="urn:microsoft.com/office/officeart/2008/layout/VerticalCurvedList"/>
    <dgm:cxn modelId="{5D9A2989-F398-4250-8655-BBA885D6475E}" srcId="{5DA35C6C-1540-4446-A884-34E2A1B9E4E8}" destId="{B33C6BE0-75A1-4D70-A508-F3065E1E7774}" srcOrd="1" destOrd="0" parTransId="{70BD3642-2A8A-48EE-BAA2-F9F43191B74B}" sibTransId="{AC7BB235-F02B-4176-93DA-650D7D5E8F0E}"/>
    <dgm:cxn modelId="{B95623B2-E934-436F-8F87-BA198A632B72}" type="presOf" srcId="{94B68404-EDEC-49B1-999E-A5AACF73CBC4}" destId="{4F8EE03B-5F9E-46A8-9199-45066334EE55}" srcOrd="0" destOrd="0" presId="urn:microsoft.com/office/officeart/2008/layout/VerticalCurvedList"/>
    <dgm:cxn modelId="{0DE363C7-90AE-4E13-B57E-EDC2AA36B0D5}" srcId="{5DA35C6C-1540-4446-A884-34E2A1B9E4E8}" destId="{51E808AE-F0BC-45FE-AEF7-9DEFE30563B9}" srcOrd="0" destOrd="0" parTransId="{B31A7FB4-5539-4FA2-9D9A-907F6D5C6EA2}" sibTransId="{4F73E417-6364-48AD-88D9-6F0EC70E2AFB}"/>
    <dgm:cxn modelId="{719310C9-B76E-43B3-8FD5-16C96B242BAD}" type="presOf" srcId="{4F73E417-6364-48AD-88D9-6F0EC70E2AFB}" destId="{02FA08A4-BE9D-4480-9933-E17D4E3AC0A7}" srcOrd="0" destOrd="0" presId="urn:microsoft.com/office/officeart/2008/layout/VerticalCurvedList"/>
    <dgm:cxn modelId="{36A2ECF6-1F2D-4F7C-AFF8-D636D7E83B6C}" srcId="{5DA35C6C-1540-4446-A884-34E2A1B9E4E8}" destId="{75331588-D1E3-4606-9F70-5D9DFAC81034}" srcOrd="3" destOrd="0" parTransId="{E4B5981D-6D4B-4D1E-87A9-0F3B82AB40B7}" sibTransId="{2E2B72E2-ECBF-4595-888D-4825C7F3FF93}"/>
    <dgm:cxn modelId="{939C17C3-B3BB-46EE-8EF7-FF91A4C5FE7B}" type="presParOf" srcId="{632803DB-D409-40B8-9249-18B2A328D497}" destId="{EB7F5F4A-192F-49FE-B559-0E03450E9E75}" srcOrd="0" destOrd="0" presId="urn:microsoft.com/office/officeart/2008/layout/VerticalCurvedList"/>
    <dgm:cxn modelId="{992F80C2-F429-4853-A680-B28F855F3148}" type="presParOf" srcId="{EB7F5F4A-192F-49FE-B559-0E03450E9E75}" destId="{B222D524-4F8F-43EC-823E-9A2785279E2F}" srcOrd="0" destOrd="0" presId="urn:microsoft.com/office/officeart/2008/layout/VerticalCurvedList"/>
    <dgm:cxn modelId="{BE676102-B2B0-4380-88FE-36F4A594FFE2}" type="presParOf" srcId="{B222D524-4F8F-43EC-823E-9A2785279E2F}" destId="{D64DD79E-966B-4A8A-900E-C66F774186F1}" srcOrd="0" destOrd="0" presId="urn:microsoft.com/office/officeart/2008/layout/VerticalCurvedList"/>
    <dgm:cxn modelId="{490602F5-3A57-44D5-9793-632C16CD3D94}" type="presParOf" srcId="{B222D524-4F8F-43EC-823E-9A2785279E2F}" destId="{02FA08A4-BE9D-4480-9933-E17D4E3AC0A7}" srcOrd="1" destOrd="0" presId="urn:microsoft.com/office/officeart/2008/layout/VerticalCurvedList"/>
    <dgm:cxn modelId="{CE83E919-AF03-4DB3-9D28-55B06963027E}" type="presParOf" srcId="{B222D524-4F8F-43EC-823E-9A2785279E2F}" destId="{D20AED78-0F45-49C9-A1D3-18BBF7D3DA81}" srcOrd="2" destOrd="0" presId="urn:microsoft.com/office/officeart/2008/layout/VerticalCurvedList"/>
    <dgm:cxn modelId="{CEAA99D2-5D7B-468C-9A28-80F9B582F99B}" type="presParOf" srcId="{B222D524-4F8F-43EC-823E-9A2785279E2F}" destId="{7060F346-00B9-48CC-8F5D-9142F0314EB9}" srcOrd="3" destOrd="0" presId="urn:microsoft.com/office/officeart/2008/layout/VerticalCurvedList"/>
    <dgm:cxn modelId="{734E4FA0-EA10-4277-AECB-3C606962409D}" type="presParOf" srcId="{EB7F5F4A-192F-49FE-B559-0E03450E9E75}" destId="{1247963A-6C8E-42AD-A080-FA0DC31B4B8F}" srcOrd="1" destOrd="0" presId="urn:microsoft.com/office/officeart/2008/layout/VerticalCurvedList"/>
    <dgm:cxn modelId="{72C3792E-1878-4806-BF16-687F9821B3BD}" type="presParOf" srcId="{EB7F5F4A-192F-49FE-B559-0E03450E9E75}" destId="{8A94C069-0248-473B-8592-756FDC674F5D}" srcOrd="2" destOrd="0" presId="urn:microsoft.com/office/officeart/2008/layout/VerticalCurvedList"/>
    <dgm:cxn modelId="{9F68ACC4-1B17-4693-B23C-2F146E2E58D9}" type="presParOf" srcId="{8A94C069-0248-473B-8592-756FDC674F5D}" destId="{A924AE1F-E294-4051-BDA3-089451087056}" srcOrd="0" destOrd="0" presId="urn:microsoft.com/office/officeart/2008/layout/VerticalCurvedList"/>
    <dgm:cxn modelId="{488B86B4-9794-4D69-915A-6F23A84A6EEE}" type="presParOf" srcId="{EB7F5F4A-192F-49FE-B559-0E03450E9E75}" destId="{C1E08CD7-DC70-4326-BAE2-48F5A6B7ACEE}" srcOrd="3" destOrd="0" presId="urn:microsoft.com/office/officeart/2008/layout/VerticalCurvedList"/>
    <dgm:cxn modelId="{3D4D603D-19BC-405E-B913-38C490D6AF6C}" type="presParOf" srcId="{EB7F5F4A-192F-49FE-B559-0E03450E9E75}" destId="{1F7C776D-DBA2-4BFF-9F12-2DF5CEFF09CE}" srcOrd="4" destOrd="0" presId="urn:microsoft.com/office/officeart/2008/layout/VerticalCurvedList"/>
    <dgm:cxn modelId="{D03AADE7-2B84-49E1-B720-F139B503BBE5}" type="presParOf" srcId="{1F7C776D-DBA2-4BFF-9F12-2DF5CEFF09CE}" destId="{AC234BAC-504B-47EF-B42B-5763308DC5AE}" srcOrd="0" destOrd="0" presId="urn:microsoft.com/office/officeart/2008/layout/VerticalCurvedList"/>
    <dgm:cxn modelId="{44C519D7-0A2A-476F-A7C7-C6619A2E662A}" type="presParOf" srcId="{EB7F5F4A-192F-49FE-B559-0E03450E9E75}" destId="{4F8EE03B-5F9E-46A8-9199-45066334EE55}" srcOrd="5" destOrd="0" presId="urn:microsoft.com/office/officeart/2008/layout/VerticalCurvedList"/>
    <dgm:cxn modelId="{8BDC16EF-E4B5-4197-9DA6-6AEC69616231}" type="presParOf" srcId="{EB7F5F4A-192F-49FE-B559-0E03450E9E75}" destId="{AD02A0CE-E1EE-4AD9-AB94-25123F27753B}" srcOrd="6" destOrd="0" presId="urn:microsoft.com/office/officeart/2008/layout/VerticalCurvedList"/>
    <dgm:cxn modelId="{92D6270D-F48F-405D-BA62-C651081E9C3C}" type="presParOf" srcId="{AD02A0CE-E1EE-4AD9-AB94-25123F27753B}" destId="{E1EDD79E-F720-43A4-AD23-BB4A2E3787AC}" srcOrd="0" destOrd="0" presId="urn:microsoft.com/office/officeart/2008/layout/VerticalCurvedList"/>
    <dgm:cxn modelId="{1687313C-9BB9-4CC5-89A0-D17EC0CD206F}" type="presParOf" srcId="{EB7F5F4A-192F-49FE-B559-0E03450E9E75}" destId="{5DEBE2D5-0186-46D8-BF59-627184251E27}" srcOrd="7" destOrd="0" presId="urn:microsoft.com/office/officeart/2008/layout/VerticalCurvedList"/>
    <dgm:cxn modelId="{C7FB2791-4726-4D38-B1C4-BEAD99873CC0}" type="presParOf" srcId="{EB7F5F4A-192F-49FE-B559-0E03450E9E75}" destId="{9681DBA2-283E-4701-9742-B64978F902AD}" srcOrd="8" destOrd="0" presId="urn:microsoft.com/office/officeart/2008/layout/VerticalCurvedList"/>
    <dgm:cxn modelId="{E98458D6-B1EB-4EF9-830F-183740828804}" type="presParOf" srcId="{9681DBA2-283E-4701-9742-B64978F902AD}" destId="{E0B0E95D-E5F7-4D09-A4C8-BC4109D1DF4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3CC57DE-E6A5-49AF-B5F7-656B3A137C70}" type="doc">
      <dgm:prSet loTypeId="urn:microsoft.com/office/officeart/2005/8/layout/list1" loCatId="list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s-ES"/>
        </a:p>
      </dgm:t>
    </dgm:pt>
    <dgm:pt modelId="{E2B68E49-7F92-4ED2-B605-41E28875B8FA}">
      <dgm:prSet phldrT="[Texto]" custT="1"/>
      <dgm:spPr/>
      <dgm:t>
        <a:bodyPr/>
        <a:lstStyle/>
        <a:p>
          <a:pPr algn="just" rtl="0"/>
          <a:r>
            <a:rPr lang="es-ES" sz="1600" dirty="0"/>
            <a:t>INVESTIGACIÓN DESCRIPTIVA</a:t>
          </a:r>
        </a:p>
      </dgm:t>
    </dgm:pt>
    <dgm:pt modelId="{60C6528F-191B-4A40-8AC4-7018A6D0F549}" type="parTrans" cxnId="{E996E123-8287-47C9-9014-19657F658EA8}">
      <dgm:prSet/>
      <dgm:spPr/>
      <dgm:t>
        <a:bodyPr/>
        <a:lstStyle/>
        <a:p>
          <a:endParaRPr lang="es-ES"/>
        </a:p>
      </dgm:t>
    </dgm:pt>
    <dgm:pt modelId="{2D1297C5-4338-491E-8997-ABDF6CE9ACCF}" type="sibTrans" cxnId="{E996E123-8287-47C9-9014-19657F658EA8}">
      <dgm:prSet/>
      <dgm:spPr/>
      <dgm:t>
        <a:bodyPr/>
        <a:lstStyle/>
        <a:p>
          <a:endParaRPr lang="es-ES"/>
        </a:p>
      </dgm:t>
    </dgm:pt>
    <dgm:pt modelId="{EF5DC0C6-8D4F-43F6-9B7F-BC2E3FF5EAFC}">
      <dgm:prSet phldrT="[Texto]" custT="1"/>
      <dgm:spPr/>
      <dgm:t>
        <a:bodyPr/>
        <a:lstStyle/>
        <a:p>
          <a:pPr algn="just" rtl="0"/>
          <a:r>
            <a:rPr lang="es-ES" sz="1600" dirty="0"/>
            <a:t>INVESTIGACIÓN APLICATIVA</a:t>
          </a:r>
        </a:p>
      </dgm:t>
    </dgm:pt>
    <dgm:pt modelId="{973CA689-5358-46DD-A5C4-F5C18879B367}" type="parTrans" cxnId="{D2D391CE-F405-4AF9-A80B-DB598D0126B3}">
      <dgm:prSet/>
      <dgm:spPr/>
      <dgm:t>
        <a:bodyPr/>
        <a:lstStyle/>
        <a:p>
          <a:endParaRPr lang="es-ES"/>
        </a:p>
      </dgm:t>
    </dgm:pt>
    <dgm:pt modelId="{C4555338-9E5D-4DEC-ABA9-5028BB34AD7B}" type="sibTrans" cxnId="{D2D391CE-F405-4AF9-A80B-DB598D0126B3}">
      <dgm:prSet/>
      <dgm:spPr/>
      <dgm:t>
        <a:bodyPr/>
        <a:lstStyle/>
        <a:p>
          <a:endParaRPr lang="es-ES"/>
        </a:p>
      </dgm:t>
    </dgm:pt>
    <dgm:pt modelId="{5F843C0D-2129-4317-80A9-4B20472244AF}" type="pres">
      <dgm:prSet presAssocID="{C3CC57DE-E6A5-49AF-B5F7-656B3A137C70}" presName="linear" presStyleCnt="0">
        <dgm:presLayoutVars>
          <dgm:dir/>
          <dgm:animLvl val="lvl"/>
          <dgm:resizeHandles val="exact"/>
        </dgm:presLayoutVars>
      </dgm:prSet>
      <dgm:spPr/>
    </dgm:pt>
    <dgm:pt modelId="{2D27ACAB-ED96-4817-825B-7360110C8E23}" type="pres">
      <dgm:prSet presAssocID="{E2B68E49-7F92-4ED2-B605-41E28875B8FA}" presName="parentLin" presStyleCnt="0"/>
      <dgm:spPr/>
    </dgm:pt>
    <dgm:pt modelId="{B32E2E6B-B2B5-4AC2-88ED-B3718CE549D1}" type="pres">
      <dgm:prSet presAssocID="{E2B68E49-7F92-4ED2-B605-41E28875B8FA}" presName="parentLeftMargin" presStyleLbl="node1" presStyleIdx="0" presStyleCnt="2"/>
      <dgm:spPr/>
    </dgm:pt>
    <dgm:pt modelId="{454DDA2D-9A7B-4499-9577-CE84124CDC4D}" type="pres">
      <dgm:prSet presAssocID="{E2B68E49-7F92-4ED2-B605-41E28875B8FA}" presName="parentText" presStyleLbl="node1" presStyleIdx="0" presStyleCnt="2" custScaleX="113674" custScaleY="334311">
        <dgm:presLayoutVars>
          <dgm:chMax val="0"/>
          <dgm:bulletEnabled val="1"/>
        </dgm:presLayoutVars>
      </dgm:prSet>
      <dgm:spPr/>
    </dgm:pt>
    <dgm:pt modelId="{0A2364BE-D0E8-4671-9CEF-4EC28F73A255}" type="pres">
      <dgm:prSet presAssocID="{E2B68E49-7F92-4ED2-B605-41E28875B8FA}" presName="negativeSpace" presStyleCnt="0"/>
      <dgm:spPr/>
    </dgm:pt>
    <dgm:pt modelId="{2DCE8B29-DF12-4310-8CDE-7F3594559CB0}" type="pres">
      <dgm:prSet presAssocID="{E2B68E49-7F92-4ED2-B605-41E28875B8FA}" presName="childText" presStyleLbl="conFgAcc1" presStyleIdx="0" presStyleCnt="2">
        <dgm:presLayoutVars>
          <dgm:bulletEnabled val="1"/>
        </dgm:presLayoutVars>
      </dgm:prSet>
      <dgm:spPr/>
    </dgm:pt>
    <dgm:pt modelId="{B5015EDA-D1BB-4AFB-8BA1-1F606348EBBC}" type="pres">
      <dgm:prSet presAssocID="{2D1297C5-4338-491E-8997-ABDF6CE9ACCF}" presName="spaceBetweenRectangles" presStyleCnt="0"/>
      <dgm:spPr/>
    </dgm:pt>
    <dgm:pt modelId="{FD3468C4-ED8A-4B52-A39A-8729449D9184}" type="pres">
      <dgm:prSet presAssocID="{EF5DC0C6-8D4F-43F6-9B7F-BC2E3FF5EAFC}" presName="parentLin" presStyleCnt="0"/>
      <dgm:spPr/>
    </dgm:pt>
    <dgm:pt modelId="{0B25CD9F-E2CA-440E-AFC5-D9026C31BD12}" type="pres">
      <dgm:prSet presAssocID="{EF5DC0C6-8D4F-43F6-9B7F-BC2E3FF5EAFC}" presName="parentLeftMargin" presStyleLbl="node1" presStyleIdx="0" presStyleCnt="2"/>
      <dgm:spPr/>
    </dgm:pt>
    <dgm:pt modelId="{F549710D-0120-4343-8EDC-67EBA80BB47C}" type="pres">
      <dgm:prSet presAssocID="{EF5DC0C6-8D4F-43F6-9B7F-BC2E3FF5EAFC}" presName="parentText" presStyleLbl="node1" presStyleIdx="1" presStyleCnt="2" custScaleX="113508" custScaleY="325971" custLinFactNeighborX="-10110" custLinFactNeighborY="17706">
        <dgm:presLayoutVars>
          <dgm:chMax val="0"/>
          <dgm:bulletEnabled val="1"/>
        </dgm:presLayoutVars>
      </dgm:prSet>
      <dgm:spPr/>
    </dgm:pt>
    <dgm:pt modelId="{5BEEDBBB-5B77-4CD1-A1B3-9C83CBBA26C6}" type="pres">
      <dgm:prSet presAssocID="{EF5DC0C6-8D4F-43F6-9B7F-BC2E3FF5EAFC}" presName="negativeSpace" presStyleCnt="0"/>
      <dgm:spPr/>
    </dgm:pt>
    <dgm:pt modelId="{B85546DA-268D-4D08-AA25-F0326E04E7B9}" type="pres">
      <dgm:prSet presAssocID="{EF5DC0C6-8D4F-43F6-9B7F-BC2E3FF5EAFC}" presName="childText" presStyleLbl="conFgAcc1" presStyleIdx="1" presStyleCnt="2" custLinFactNeighborY="35914">
        <dgm:presLayoutVars>
          <dgm:bulletEnabled val="1"/>
        </dgm:presLayoutVars>
      </dgm:prSet>
      <dgm:spPr/>
    </dgm:pt>
  </dgm:ptLst>
  <dgm:cxnLst>
    <dgm:cxn modelId="{F0FA4A0F-1A63-455E-AB31-988B4DF09161}" type="presOf" srcId="{E2B68E49-7F92-4ED2-B605-41E28875B8FA}" destId="{454DDA2D-9A7B-4499-9577-CE84124CDC4D}" srcOrd="1" destOrd="0" presId="urn:microsoft.com/office/officeart/2005/8/layout/list1"/>
    <dgm:cxn modelId="{E996E123-8287-47C9-9014-19657F658EA8}" srcId="{C3CC57DE-E6A5-49AF-B5F7-656B3A137C70}" destId="{E2B68E49-7F92-4ED2-B605-41E28875B8FA}" srcOrd="0" destOrd="0" parTransId="{60C6528F-191B-4A40-8AC4-7018A6D0F549}" sibTransId="{2D1297C5-4338-491E-8997-ABDF6CE9ACCF}"/>
    <dgm:cxn modelId="{32E05146-749E-448F-A31F-A511890119BF}" type="presOf" srcId="{EF5DC0C6-8D4F-43F6-9B7F-BC2E3FF5EAFC}" destId="{0B25CD9F-E2CA-440E-AFC5-D9026C31BD12}" srcOrd="0" destOrd="0" presId="urn:microsoft.com/office/officeart/2005/8/layout/list1"/>
    <dgm:cxn modelId="{28863BAD-D239-40C5-9647-8FF0C9E069F1}" type="presOf" srcId="{E2B68E49-7F92-4ED2-B605-41E28875B8FA}" destId="{B32E2E6B-B2B5-4AC2-88ED-B3718CE549D1}" srcOrd="0" destOrd="0" presId="urn:microsoft.com/office/officeart/2005/8/layout/list1"/>
    <dgm:cxn modelId="{D2D391CE-F405-4AF9-A80B-DB598D0126B3}" srcId="{C3CC57DE-E6A5-49AF-B5F7-656B3A137C70}" destId="{EF5DC0C6-8D4F-43F6-9B7F-BC2E3FF5EAFC}" srcOrd="1" destOrd="0" parTransId="{973CA689-5358-46DD-A5C4-F5C18879B367}" sibTransId="{C4555338-9E5D-4DEC-ABA9-5028BB34AD7B}"/>
    <dgm:cxn modelId="{2343D3E2-53EB-4AF7-85A2-0B9F38DE2B20}" type="presOf" srcId="{EF5DC0C6-8D4F-43F6-9B7F-BC2E3FF5EAFC}" destId="{F549710D-0120-4343-8EDC-67EBA80BB47C}" srcOrd="1" destOrd="0" presId="urn:microsoft.com/office/officeart/2005/8/layout/list1"/>
    <dgm:cxn modelId="{7E3156FA-86AC-4FC1-BD73-3F974533101C}" type="presOf" srcId="{C3CC57DE-E6A5-49AF-B5F7-656B3A137C70}" destId="{5F843C0D-2129-4317-80A9-4B20472244AF}" srcOrd="0" destOrd="0" presId="urn:microsoft.com/office/officeart/2005/8/layout/list1"/>
    <dgm:cxn modelId="{A20FE3FA-4FF9-42D9-8513-9CDA66B0C852}" type="presParOf" srcId="{5F843C0D-2129-4317-80A9-4B20472244AF}" destId="{2D27ACAB-ED96-4817-825B-7360110C8E23}" srcOrd="0" destOrd="0" presId="urn:microsoft.com/office/officeart/2005/8/layout/list1"/>
    <dgm:cxn modelId="{8218CB9A-B82E-4547-B8A3-9C60E31942CA}" type="presParOf" srcId="{2D27ACAB-ED96-4817-825B-7360110C8E23}" destId="{B32E2E6B-B2B5-4AC2-88ED-B3718CE549D1}" srcOrd="0" destOrd="0" presId="urn:microsoft.com/office/officeart/2005/8/layout/list1"/>
    <dgm:cxn modelId="{F2076AB7-E6A1-4C2F-82F4-F040E3BC2C96}" type="presParOf" srcId="{2D27ACAB-ED96-4817-825B-7360110C8E23}" destId="{454DDA2D-9A7B-4499-9577-CE84124CDC4D}" srcOrd="1" destOrd="0" presId="urn:microsoft.com/office/officeart/2005/8/layout/list1"/>
    <dgm:cxn modelId="{820BA6BC-26C6-452B-A836-6180D19BB396}" type="presParOf" srcId="{5F843C0D-2129-4317-80A9-4B20472244AF}" destId="{0A2364BE-D0E8-4671-9CEF-4EC28F73A255}" srcOrd="1" destOrd="0" presId="urn:microsoft.com/office/officeart/2005/8/layout/list1"/>
    <dgm:cxn modelId="{3180ED68-4CEF-45BD-A836-4188FD635005}" type="presParOf" srcId="{5F843C0D-2129-4317-80A9-4B20472244AF}" destId="{2DCE8B29-DF12-4310-8CDE-7F3594559CB0}" srcOrd="2" destOrd="0" presId="urn:microsoft.com/office/officeart/2005/8/layout/list1"/>
    <dgm:cxn modelId="{CCDF7EE3-1A52-423A-80F4-72B4C6ECD289}" type="presParOf" srcId="{5F843C0D-2129-4317-80A9-4B20472244AF}" destId="{B5015EDA-D1BB-4AFB-8BA1-1F606348EBBC}" srcOrd="3" destOrd="0" presId="urn:microsoft.com/office/officeart/2005/8/layout/list1"/>
    <dgm:cxn modelId="{2DBAABD1-1D3C-47E4-B8BF-41D325B1EE2C}" type="presParOf" srcId="{5F843C0D-2129-4317-80A9-4B20472244AF}" destId="{FD3468C4-ED8A-4B52-A39A-8729449D9184}" srcOrd="4" destOrd="0" presId="urn:microsoft.com/office/officeart/2005/8/layout/list1"/>
    <dgm:cxn modelId="{CCBEB975-3D48-4A18-9A21-499268422C34}" type="presParOf" srcId="{FD3468C4-ED8A-4B52-A39A-8729449D9184}" destId="{0B25CD9F-E2CA-440E-AFC5-D9026C31BD12}" srcOrd="0" destOrd="0" presId="urn:microsoft.com/office/officeart/2005/8/layout/list1"/>
    <dgm:cxn modelId="{C89BF8B6-63EA-40C7-B6FC-41E47949263B}" type="presParOf" srcId="{FD3468C4-ED8A-4B52-A39A-8729449D9184}" destId="{F549710D-0120-4343-8EDC-67EBA80BB47C}" srcOrd="1" destOrd="0" presId="urn:microsoft.com/office/officeart/2005/8/layout/list1"/>
    <dgm:cxn modelId="{11FFC89C-97B4-4665-8B27-6100DBBF16E9}" type="presParOf" srcId="{5F843C0D-2129-4317-80A9-4B20472244AF}" destId="{5BEEDBBB-5B77-4CD1-A1B3-9C83CBBA26C6}" srcOrd="5" destOrd="0" presId="urn:microsoft.com/office/officeart/2005/8/layout/list1"/>
    <dgm:cxn modelId="{CBF7E554-B219-4FBC-8A35-98C7B1479C91}" type="presParOf" srcId="{5F843C0D-2129-4317-80A9-4B20472244AF}" destId="{B85546DA-268D-4D08-AA25-F0326E04E7B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3CC57DE-E6A5-49AF-B5F7-656B3A137C70}" type="doc">
      <dgm:prSet loTypeId="urn:microsoft.com/office/officeart/2005/8/layout/list1" loCatId="list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s-ES"/>
        </a:p>
      </dgm:t>
    </dgm:pt>
    <dgm:pt modelId="{E2B68E49-7F92-4ED2-B605-41E28875B8FA}">
      <dgm:prSet phldrT="[Texto]" custT="1"/>
      <dgm:spPr/>
      <dgm:t>
        <a:bodyPr/>
        <a:lstStyle/>
        <a:p>
          <a:pPr algn="just" rtl="0"/>
          <a:r>
            <a:rPr lang="es-ES" sz="1600" dirty="0"/>
            <a:t>DOCUMENTOS EN LINEA</a:t>
          </a:r>
        </a:p>
      </dgm:t>
    </dgm:pt>
    <dgm:pt modelId="{60C6528F-191B-4A40-8AC4-7018A6D0F549}" type="parTrans" cxnId="{E996E123-8287-47C9-9014-19657F658EA8}">
      <dgm:prSet/>
      <dgm:spPr/>
      <dgm:t>
        <a:bodyPr/>
        <a:lstStyle/>
        <a:p>
          <a:endParaRPr lang="es-ES"/>
        </a:p>
      </dgm:t>
    </dgm:pt>
    <dgm:pt modelId="{2D1297C5-4338-491E-8997-ABDF6CE9ACCF}" type="sibTrans" cxnId="{E996E123-8287-47C9-9014-19657F658EA8}">
      <dgm:prSet/>
      <dgm:spPr/>
      <dgm:t>
        <a:bodyPr/>
        <a:lstStyle/>
        <a:p>
          <a:endParaRPr lang="es-ES"/>
        </a:p>
      </dgm:t>
    </dgm:pt>
    <dgm:pt modelId="{94FF440F-FA1D-4494-8985-21E8AE246851}">
      <dgm:prSet phldrT="[Texto]" custT="1"/>
      <dgm:spPr/>
      <dgm:t>
        <a:bodyPr/>
        <a:lstStyle/>
        <a:p>
          <a:pPr algn="just" rtl="0"/>
          <a:r>
            <a:rPr lang="es-ES" sz="1600" dirty="0"/>
            <a:t>ENTREVISTAS</a:t>
          </a:r>
        </a:p>
      </dgm:t>
    </dgm:pt>
    <dgm:pt modelId="{ACB8E513-941B-4E65-A8A8-7E6EDFDF8F73}" type="parTrans" cxnId="{111DC2D8-1E4C-4A70-B39A-8A0DCCD03F1B}">
      <dgm:prSet/>
      <dgm:spPr/>
      <dgm:t>
        <a:bodyPr/>
        <a:lstStyle/>
        <a:p>
          <a:endParaRPr lang="es-ES"/>
        </a:p>
      </dgm:t>
    </dgm:pt>
    <dgm:pt modelId="{4F664D38-F3DF-4183-B4B6-57322ED0EEAE}" type="sibTrans" cxnId="{111DC2D8-1E4C-4A70-B39A-8A0DCCD03F1B}">
      <dgm:prSet/>
      <dgm:spPr/>
      <dgm:t>
        <a:bodyPr/>
        <a:lstStyle/>
        <a:p>
          <a:endParaRPr lang="es-ES"/>
        </a:p>
      </dgm:t>
    </dgm:pt>
    <dgm:pt modelId="{EF5DC0C6-8D4F-43F6-9B7F-BC2E3FF5EAFC}">
      <dgm:prSet phldrT="[Texto]" custT="1"/>
      <dgm:spPr/>
      <dgm:t>
        <a:bodyPr/>
        <a:lstStyle/>
        <a:p>
          <a:pPr algn="just" rtl="0"/>
          <a:r>
            <a:rPr lang="es-ES" sz="1600" dirty="0"/>
            <a:t>OBSERVACIÓN</a:t>
          </a:r>
        </a:p>
      </dgm:t>
    </dgm:pt>
    <dgm:pt modelId="{C4555338-9E5D-4DEC-ABA9-5028BB34AD7B}" type="sibTrans" cxnId="{D2D391CE-F405-4AF9-A80B-DB598D0126B3}">
      <dgm:prSet/>
      <dgm:spPr/>
      <dgm:t>
        <a:bodyPr/>
        <a:lstStyle/>
        <a:p>
          <a:endParaRPr lang="es-ES"/>
        </a:p>
      </dgm:t>
    </dgm:pt>
    <dgm:pt modelId="{973CA689-5358-46DD-A5C4-F5C18879B367}" type="parTrans" cxnId="{D2D391CE-F405-4AF9-A80B-DB598D0126B3}">
      <dgm:prSet/>
      <dgm:spPr/>
      <dgm:t>
        <a:bodyPr/>
        <a:lstStyle/>
        <a:p>
          <a:endParaRPr lang="es-ES"/>
        </a:p>
      </dgm:t>
    </dgm:pt>
    <dgm:pt modelId="{5F843C0D-2129-4317-80A9-4B20472244AF}" type="pres">
      <dgm:prSet presAssocID="{C3CC57DE-E6A5-49AF-B5F7-656B3A137C70}" presName="linear" presStyleCnt="0">
        <dgm:presLayoutVars>
          <dgm:dir/>
          <dgm:animLvl val="lvl"/>
          <dgm:resizeHandles val="exact"/>
        </dgm:presLayoutVars>
      </dgm:prSet>
      <dgm:spPr/>
    </dgm:pt>
    <dgm:pt modelId="{2D27ACAB-ED96-4817-825B-7360110C8E23}" type="pres">
      <dgm:prSet presAssocID="{E2B68E49-7F92-4ED2-B605-41E28875B8FA}" presName="parentLin" presStyleCnt="0"/>
      <dgm:spPr/>
    </dgm:pt>
    <dgm:pt modelId="{B32E2E6B-B2B5-4AC2-88ED-B3718CE549D1}" type="pres">
      <dgm:prSet presAssocID="{E2B68E49-7F92-4ED2-B605-41E28875B8FA}" presName="parentLeftMargin" presStyleLbl="node1" presStyleIdx="0" presStyleCnt="3"/>
      <dgm:spPr/>
    </dgm:pt>
    <dgm:pt modelId="{454DDA2D-9A7B-4499-9577-CE84124CDC4D}" type="pres">
      <dgm:prSet presAssocID="{E2B68E49-7F92-4ED2-B605-41E28875B8FA}" presName="parentText" presStyleLbl="node1" presStyleIdx="0" presStyleCnt="3" custScaleX="113674" custScaleY="184457">
        <dgm:presLayoutVars>
          <dgm:chMax val="0"/>
          <dgm:bulletEnabled val="1"/>
        </dgm:presLayoutVars>
      </dgm:prSet>
      <dgm:spPr/>
    </dgm:pt>
    <dgm:pt modelId="{0A2364BE-D0E8-4671-9CEF-4EC28F73A255}" type="pres">
      <dgm:prSet presAssocID="{E2B68E49-7F92-4ED2-B605-41E28875B8FA}" presName="negativeSpace" presStyleCnt="0"/>
      <dgm:spPr/>
    </dgm:pt>
    <dgm:pt modelId="{2DCE8B29-DF12-4310-8CDE-7F3594559CB0}" type="pres">
      <dgm:prSet presAssocID="{E2B68E49-7F92-4ED2-B605-41E28875B8FA}" presName="childText" presStyleLbl="conFgAcc1" presStyleIdx="0" presStyleCnt="3">
        <dgm:presLayoutVars>
          <dgm:bulletEnabled val="1"/>
        </dgm:presLayoutVars>
      </dgm:prSet>
      <dgm:spPr/>
    </dgm:pt>
    <dgm:pt modelId="{B5015EDA-D1BB-4AFB-8BA1-1F606348EBBC}" type="pres">
      <dgm:prSet presAssocID="{2D1297C5-4338-491E-8997-ABDF6CE9ACCF}" presName="spaceBetweenRectangles" presStyleCnt="0"/>
      <dgm:spPr/>
    </dgm:pt>
    <dgm:pt modelId="{FD3468C4-ED8A-4B52-A39A-8729449D9184}" type="pres">
      <dgm:prSet presAssocID="{EF5DC0C6-8D4F-43F6-9B7F-BC2E3FF5EAFC}" presName="parentLin" presStyleCnt="0"/>
      <dgm:spPr/>
    </dgm:pt>
    <dgm:pt modelId="{0B25CD9F-E2CA-440E-AFC5-D9026C31BD12}" type="pres">
      <dgm:prSet presAssocID="{EF5DC0C6-8D4F-43F6-9B7F-BC2E3FF5EAFC}" presName="parentLeftMargin" presStyleLbl="node1" presStyleIdx="0" presStyleCnt="3"/>
      <dgm:spPr/>
    </dgm:pt>
    <dgm:pt modelId="{F549710D-0120-4343-8EDC-67EBA80BB47C}" type="pres">
      <dgm:prSet presAssocID="{EF5DC0C6-8D4F-43F6-9B7F-BC2E3FF5EAFC}" presName="parentText" presStyleLbl="node1" presStyleIdx="1" presStyleCnt="3" custScaleX="113508" custScaleY="176530" custLinFactNeighborX="-10110" custLinFactNeighborY="8728">
        <dgm:presLayoutVars>
          <dgm:chMax val="0"/>
          <dgm:bulletEnabled val="1"/>
        </dgm:presLayoutVars>
      </dgm:prSet>
      <dgm:spPr/>
    </dgm:pt>
    <dgm:pt modelId="{5BEEDBBB-5B77-4CD1-A1B3-9C83CBBA26C6}" type="pres">
      <dgm:prSet presAssocID="{EF5DC0C6-8D4F-43F6-9B7F-BC2E3FF5EAFC}" presName="negativeSpace" presStyleCnt="0"/>
      <dgm:spPr/>
    </dgm:pt>
    <dgm:pt modelId="{B85546DA-268D-4D08-AA25-F0326E04E7B9}" type="pres">
      <dgm:prSet presAssocID="{EF5DC0C6-8D4F-43F6-9B7F-BC2E3FF5EAFC}" presName="childText" presStyleLbl="conFgAcc1" presStyleIdx="1" presStyleCnt="3">
        <dgm:presLayoutVars>
          <dgm:bulletEnabled val="1"/>
        </dgm:presLayoutVars>
      </dgm:prSet>
      <dgm:spPr/>
    </dgm:pt>
    <dgm:pt modelId="{BAD45E61-33F4-447F-A613-271A95AA1CBF}" type="pres">
      <dgm:prSet presAssocID="{C4555338-9E5D-4DEC-ABA9-5028BB34AD7B}" presName="spaceBetweenRectangles" presStyleCnt="0"/>
      <dgm:spPr/>
    </dgm:pt>
    <dgm:pt modelId="{B37F2E3F-1228-487D-BB4A-B73C5CCCDEF4}" type="pres">
      <dgm:prSet presAssocID="{94FF440F-FA1D-4494-8985-21E8AE246851}" presName="parentLin" presStyleCnt="0"/>
      <dgm:spPr/>
    </dgm:pt>
    <dgm:pt modelId="{E6933D57-C0CD-46E2-B994-508329D58A4C}" type="pres">
      <dgm:prSet presAssocID="{94FF440F-FA1D-4494-8985-21E8AE246851}" presName="parentLeftMargin" presStyleLbl="node1" presStyleIdx="1" presStyleCnt="3"/>
      <dgm:spPr/>
    </dgm:pt>
    <dgm:pt modelId="{335FAE79-93BD-4FD8-B9CB-A110917A46AA}" type="pres">
      <dgm:prSet presAssocID="{94FF440F-FA1D-4494-8985-21E8AE246851}" presName="parentText" presStyleLbl="node1" presStyleIdx="2" presStyleCnt="3" custScaleX="112047" custScaleY="157554" custLinFactNeighborY="16833">
        <dgm:presLayoutVars>
          <dgm:chMax val="0"/>
          <dgm:bulletEnabled val="1"/>
        </dgm:presLayoutVars>
      </dgm:prSet>
      <dgm:spPr/>
    </dgm:pt>
    <dgm:pt modelId="{7189309A-EC3D-4659-ABCA-DD17B0D68465}" type="pres">
      <dgm:prSet presAssocID="{94FF440F-FA1D-4494-8985-21E8AE246851}" presName="negativeSpace" presStyleCnt="0"/>
      <dgm:spPr/>
    </dgm:pt>
    <dgm:pt modelId="{54F403E1-19EA-4EE4-9DD6-024614EE776B}" type="pres">
      <dgm:prSet presAssocID="{94FF440F-FA1D-4494-8985-21E8AE24685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0FA4A0F-1A63-455E-AB31-988B4DF09161}" type="presOf" srcId="{E2B68E49-7F92-4ED2-B605-41E28875B8FA}" destId="{454DDA2D-9A7B-4499-9577-CE84124CDC4D}" srcOrd="1" destOrd="0" presId="urn:microsoft.com/office/officeart/2005/8/layout/list1"/>
    <dgm:cxn modelId="{E996E123-8287-47C9-9014-19657F658EA8}" srcId="{C3CC57DE-E6A5-49AF-B5F7-656B3A137C70}" destId="{E2B68E49-7F92-4ED2-B605-41E28875B8FA}" srcOrd="0" destOrd="0" parTransId="{60C6528F-191B-4A40-8AC4-7018A6D0F549}" sibTransId="{2D1297C5-4338-491E-8997-ABDF6CE9ACCF}"/>
    <dgm:cxn modelId="{B1639F2A-A71A-4573-98FB-169AA420A27B}" type="presOf" srcId="{94FF440F-FA1D-4494-8985-21E8AE246851}" destId="{335FAE79-93BD-4FD8-B9CB-A110917A46AA}" srcOrd="1" destOrd="0" presId="urn:microsoft.com/office/officeart/2005/8/layout/list1"/>
    <dgm:cxn modelId="{79471960-A60E-472E-8A99-A6F08BEB547E}" type="presOf" srcId="{94FF440F-FA1D-4494-8985-21E8AE246851}" destId="{E6933D57-C0CD-46E2-B994-508329D58A4C}" srcOrd="0" destOrd="0" presId="urn:microsoft.com/office/officeart/2005/8/layout/list1"/>
    <dgm:cxn modelId="{32E05146-749E-448F-A31F-A511890119BF}" type="presOf" srcId="{EF5DC0C6-8D4F-43F6-9B7F-BC2E3FF5EAFC}" destId="{0B25CD9F-E2CA-440E-AFC5-D9026C31BD12}" srcOrd="0" destOrd="0" presId="urn:microsoft.com/office/officeart/2005/8/layout/list1"/>
    <dgm:cxn modelId="{28863BAD-D239-40C5-9647-8FF0C9E069F1}" type="presOf" srcId="{E2B68E49-7F92-4ED2-B605-41E28875B8FA}" destId="{B32E2E6B-B2B5-4AC2-88ED-B3718CE549D1}" srcOrd="0" destOrd="0" presId="urn:microsoft.com/office/officeart/2005/8/layout/list1"/>
    <dgm:cxn modelId="{D2D391CE-F405-4AF9-A80B-DB598D0126B3}" srcId="{C3CC57DE-E6A5-49AF-B5F7-656B3A137C70}" destId="{EF5DC0C6-8D4F-43F6-9B7F-BC2E3FF5EAFC}" srcOrd="1" destOrd="0" parTransId="{973CA689-5358-46DD-A5C4-F5C18879B367}" sibTransId="{C4555338-9E5D-4DEC-ABA9-5028BB34AD7B}"/>
    <dgm:cxn modelId="{111DC2D8-1E4C-4A70-B39A-8A0DCCD03F1B}" srcId="{C3CC57DE-E6A5-49AF-B5F7-656B3A137C70}" destId="{94FF440F-FA1D-4494-8985-21E8AE246851}" srcOrd="2" destOrd="0" parTransId="{ACB8E513-941B-4E65-A8A8-7E6EDFDF8F73}" sibTransId="{4F664D38-F3DF-4183-B4B6-57322ED0EEAE}"/>
    <dgm:cxn modelId="{2343D3E2-53EB-4AF7-85A2-0B9F38DE2B20}" type="presOf" srcId="{EF5DC0C6-8D4F-43F6-9B7F-BC2E3FF5EAFC}" destId="{F549710D-0120-4343-8EDC-67EBA80BB47C}" srcOrd="1" destOrd="0" presId="urn:microsoft.com/office/officeart/2005/8/layout/list1"/>
    <dgm:cxn modelId="{7E3156FA-86AC-4FC1-BD73-3F974533101C}" type="presOf" srcId="{C3CC57DE-E6A5-49AF-B5F7-656B3A137C70}" destId="{5F843C0D-2129-4317-80A9-4B20472244AF}" srcOrd="0" destOrd="0" presId="urn:microsoft.com/office/officeart/2005/8/layout/list1"/>
    <dgm:cxn modelId="{A20FE3FA-4FF9-42D9-8513-9CDA66B0C852}" type="presParOf" srcId="{5F843C0D-2129-4317-80A9-4B20472244AF}" destId="{2D27ACAB-ED96-4817-825B-7360110C8E23}" srcOrd="0" destOrd="0" presId="urn:microsoft.com/office/officeart/2005/8/layout/list1"/>
    <dgm:cxn modelId="{8218CB9A-B82E-4547-B8A3-9C60E31942CA}" type="presParOf" srcId="{2D27ACAB-ED96-4817-825B-7360110C8E23}" destId="{B32E2E6B-B2B5-4AC2-88ED-B3718CE549D1}" srcOrd="0" destOrd="0" presId="urn:microsoft.com/office/officeart/2005/8/layout/list1"/>
    <dgm:cxn modelId="{F2076AB7-E6A1-4C2F-82F4-F040E3BC2C96}" type="presParOf" srcId="{2D27ACAB-ED96-4817-825B-7360110C8E23}" destId="{454DDA2D-9A7B-4499-9577-CE84124CDC4D}" srcOrd="1" destOrd="0" presId="urn:microsoft.com/office/officeart/2005/8/layout/list1"/>
    <dgm:cxn modelId="{820BA6BC-26C6-452B-A836-6180D19BB396}" type="presParOf" srcId="{5F843C0D-2129-4317-80A9-4B20472244AF}" destId="{0A2364BE-D0E8-4671-9CEF-4EC28F73A255}" srcOrd="1" destOrd="0" presId="urn:microsoft.com/office/officeart/2005/8/layout/list1"/>
    <dgm:cxn modelId="{3180ED68-4CEF-45BD-A836-4188FD635005}" type="presParOf" srcId="{5F843C0D-2129-4317-80A9-4B20472244AF}" destId="{2DCE8B29-DF12-4310-8CDE-7F3594559CB0}" srcOrd="2" destOrd="0" presId="urn:microsoft.com/office/officeart/2005/8/layout/list1"/>
    <dgm:cxn modelId="{CCDF7EE3-1A52-423A-80F4-72B4C6ECD289}" type="presParOf" srcId="{5F843C0D-2129-4317-80A9-4B20472244AF}" destId="{B5015EDA-D1BB-4AFB-8BA1-1F606348EBBC}" srcOrd="3" destOrd="0" presId="urn:microsoft.com/office/officeart/2005/8/layout/list1"/>
    <dgm:cxn modelId="{2DBAABD1-1D3C-47E4-B8BF-41D325B1EE2C}" type="presParOf" srcId="{5F843C0D-2129-4317-80A9-4B20472244AF}" destId="{FD3468C4-ED8A-4B52-A39A-8729449D9184}" srcOrd="4" destOrd="0" presId="urn:microsoft.com/office/officeart/2005/8/layout/list1"/>
    <dgm:cxn modelId="{CCBEB975-3D48-4A18-9A21-499268422C34}" type="presParOf" srcId="{FD3468C4-ED8A-4B52-A39A-8729449D9184}" destId="{0B25CD9F-E2CA-440E-AFC5-D9026C31BD12}" srcOrd="0" destOrd="0" presId="urn:microsoft.com/office/officeart/2005/8/layout/list1"/>
    <dgm:cxn modelId="{C89BF8B6-63EA-40C7-B6FC-41E47949263B}" type="presParOf" srcId="{FD3468C4-ED8A-4B52-A39A-8729449D9184}" destId="{F549710D-0120-4343-8EDC-67EBA80BB47C}" srcOrd="1" destOrd="0" presId="urn:microsoft.com/office/officeart/2005/8/layout/list1"/>
    <dgm:cxn modelId="{11FFC89C-97B4-4665-8B27-6100DBBF16E9}" type="presParOf" srcId="{5F843C0D-2129-4317-80A9-4B20472244AF}" destId="{5BEEDBBB-5B77-4CD1-A1B3-9C83CBBA26C6}" srcOrd="5" destOrd="0" presId="urn:microsoft.com/office/officeart/2005/8/layout/list1"/>
    <dgm:cxn modelId="{CBF7E554-B219-4FBC-8A35-98C7B1479C91}" type="presParOf" srcId="{5F843C0D-2129-4317-80A9-4B20472244AF}" destId="{B85546DA-268D-4D08-AA25-F0326E04E7B9}" srcOrd="6" destOrd="0" presId="urn:microsoft.com/office/officeart/2005/8/layout/list1"/>
    <dgm:cxn modelId="{C5CD8220-63BA-49E8-8C07-40EA3FB5A062}" type="presParOf" srcId="{5F843C0D-2129-4317-80A9-4B20472244AF}" destId="{BAD45E61-33F4-447F-A613-271A95AA1CBF}" srcOrd="7" destOrd="0" presId="urn:microsoft.com/office/officeart/2005/8/layout/list1"/>
    <dgm:cxn modelId="{97F9D4C4-5D62-4B8A-82C4-C8E58317B641}" type="presParOf" srcId="{5F843C0D-2129-4317-80A9-4B20472244AF}" destId="{B37F2E3F-1228-487D-BB4A-B73C5CCCDEF4}" srcOrd="8" destOrd="0" presId="urn:microsoft.com/office/officeart/2005/8/layout/list1"/>
    <dgm:cxn modelId="{CD5F7F4C-9838-42A0-881A-821ACAB7A9E0}" type="presParOf" srcId="{B37F2E3F-1228-487D-BB4A-B73C5CCCDEF4}" destId="{E6933D57-C0CD-46E2-B994-508329D58A4C}" srcOrd="0" destOrd="0" presId="urn:microsoft.com/office/officeart/2005/8/layout/list1"/>
    <dgm:cxn modelId="{99BE0DEC-DE8F-41E2-BE30-F612287B79EB}" type="presParOf" srcId="{B37F2E3F-1228-487D-BB4A-B73C5CCCDEF4}" destId="{335FAE79-93BD-4FD8-B9CB-A110917A46AA}" srcOrd="1" destOrd="0" presId="urn:microsoft.com/office/officeart/2005/8/layout/list1"/>
    <dgm:cxn modelId="{7DD5E6CC-56CF-49CB-B54B-ACB73C5DAAAF}" type="presParOf" srcId="{5F843C0D-2129-4317-80A9-4B20472244AF}" destId="{7189309A-EC3D-4659-ABCA-DD17B0D68465}" srcOrd="9" destOrd="0" presId="urn:microsoft.com/office/officeart/2005/8/layout/list1"/>
    <dgm:cxn modelId="{C0551115-1307-4FEA-B741-E06D3B7FAA11}" type="presParOf" srcId="{5F843C0D-2129-4317-80A9-4B20472244AF}" destId="{54F403E1-19EA-4EE4-9DD6-024614EE776B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3CC57DE-E6A5-49AF-B5F7-656B3A137C70}" type="doc">
      <dgm:prSet loTypeId="urn:microsoft.com/office/officeart/2005/8/layout/list1" loCatId="list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s-ES"/>
        </a:p>
      </dgm:t>
    </dgm:pt>
    <dgm:pt modelId="{E2B68E49-7F92-4ED2-B605-41E28875B8FA}">
      <dgm:prSet phldrT="[Texto]" custT="1"/>
      <dgm:spPr/>
      <dgm:t>
        <a:bodyPr/>
        <a:lstStyle/>
        <a:p>
          <a:pPr algn="just" rtl="0"/>
          <a:r>
            <a:rPr lang="es-ES" sz="1600" b="0" dirty="0"/>
            <a:t>PRODUCT OWNER</a:t>
          </a:r>
        </a:p>
      </dgm:t>
    </dgm:pt>
    <dgm:pt modelId="{60C6528F-191B-4A40-8AC4-7018A6D0F549}" type="parTrans" cxnId="{E996E123-8287-47C9-9014-19657F658EA8}">
      <dgm:prSet/>
      <dgm:spPr/>
      <dgm:t>
        <a:bodyPr/>
        <a:lstStyle/>
        <a:p>
          <a:endParaRPr lang="es-ES"/>
        </a:p>
      </dgm:t>
    </dgm:pt>
    <dgm:pt modelId="{2D1297C5-4338-491E-8997-ABDF6CE9ACCF}" type="sibTrans" cxnId="{E996E123-8287-47C9-9014-19657F658EA8}">
      <dgm:prSet/>
      <dgm:spPr/>
      <dgm:t>
        <a:bodyPr/>
        <a:lstStyle/>
        <a:p>
          <a:endParaRPr lang="es-ES"/>
        </a:p>
      </dgm:t>
    </dgm:pt>
    <dgm:pt modelId="{94FF440F-FA1D-4494-8985-21E8AE246851}">
      <dgm:prSet phldrT="[Texto]" custT="1"/>
      <dgm:spPr/>
      <dgm:t>
        <a:bodyPr/>
        <a:lstStyle/>
        <a:p>
          <a:pPr algn="just" rtl="0"/>
          <a:r>
            <a:rPr lang="es-ES" sz="1600" b="0" dirty="0"/>
            <a:t>SCRUM TEAM</a:t>
          </a:r>
        </a:p>
      </dgm:t>
    </dgm:pt>
    <dgm:pt modelId="{ACB8E513-941B-4E65-A8A8-7E6EDFDF8F73}" type="parTrans" cxnId="{111DC2D8-1E4C-4A70-B39A-8A0DCCD03F1B}">
      <dgm:prSet/>
      <dgm:spPr/>
      <dgm:t>
        <a:bodyPr/>
        <a:lstStyle/>
        <a:p>
          <a:endParaRPr lang="es-ES"/>
        </a:p>
      </dgm:t>
    </dgm:pt>
    <dgm:pt modelId="{4F664D38-F3DF-4183-B4B6-57322ED0EEAE}" type="sibTrans" cxnId="{111DC2D8-1E4C-4A70-B39A-8A0DCCD03F1B}">
      <dgm:prSet/>
      <dgm:spPr/>
      <dgm:t>
        <a:bodyPr/>
        <a:lstStyle/>
        <a:p>
          <a:endParaRPr lang="es-ES"/>
        </a:p>
      </dgm:t>
    </dgm:pt>
    <dgm:pt modelId="{EF5DC0C6-8D4F-43F6-9B7F-BC2E3FF5EAFC}">
      <dgm:prSet phldrT="[Texto]" custT="1"/>
      <dgm:spPr/>
      <dgm:t>
        <a:bodyPr/>
        <a:lstStyle/>
        <a:p>
          <a:pPr algn="just" rtl="0"/>
          <a:r>
            <a:rPr lang="es-ES" sz="1600" b="0" dirty="0"/>
            <a:t>SCRUM MASTER</a:t>
          </a:r>
        </a:p>
      </dgm:t>
    </dgm:pt>
    <dgm:pt modelId="{C4555338-9E5D-4DEC-ABA9-5028BB34AD7B}" type="sibTrans" cxnId="{D2D391CE-F405-4AF9-A80B-DB598D0126B3}">
      <dgm:prSet/>
      <dgm:spPr/>
      <dgm:t>
        <a:bodyPr/>
        <a:lstStyle/>
        <a:p>
          <a:endParaRPr lang="es-ES"/>
        </a:p>
      </dgm:t>
    </dgm:pt>
    <dgm:pt modelId="{973CA689-5358-46DD-A5C4-F5C18879B367}" type="parTrans" cxnId="{D2D391CE-F405-4AF9-A80B-DB598D0126B3}">
      <dgm:prSet/>
      <dgm:spPr/>
      <dgm:t>
        <a:bodyPr/>
        <a:lstStyle/>
        <a:p>
          <a:endParaRPr lang="es-ES"/>
        </a:p>
      </dgm:t>
    </dgm:pt>
    <dgm:pt modelId="{5F843C0D-2129-4317-80A9-4B20472244AF}" type="pres">
      <dgm:prSet presAssocID="{C3CC57DE-E6A5-49AF-B5F7-656B3A137C70}" presName="linear" presStyleCnt="0">
        <dgm:presLayoutVars>
          <dgm:dir/>
          <dgm:animLvl val="lvl"/>
          <dgm:resizeHandles val="exact"/>
        </dgm:presLayoutVars>
      </dgm:prSet>
      <dgm:spPr/>
    </dgm:pt>
    <dgm:pt modelId="{2D27ACAB-ED96-4817-825B-7360110C8E23}" type="pres">
      <dgm:prSet presAssocID="{E2B68E49-7F92-4ED2-B605-41E28875B8FA}" presName="parentLin" presStyleCnt="0"/>
      <dgm:spPr/>
    </dgm:pt>
    <dgm:pt modelId="{B32E2E6B-B2B5-4AC2-88ED-B3718CE549D1}" type="pres">
      <dgm:prSet presAssocID="{E2B68E49-7F92-4ED2-B605-41E28875B8FA}" presName="parentLeftMargin" presStyleLbl="node1" presStyleIdx="0" presStyleCnt="3"/>
      <dgm:spPr/>
    </dgm:pt>
    <dgm:pt modelId="{454DDA2D-9A7B-4499-9577-CE84124CDC4D}" type="pres">
      <dgm:prSet presAssocID="{E2B68E49-7F92-4ED2-B605-41E28875B8FA}" presName="parentText" presStyleLbl="node1" presStyleIdx="0" presStyleCnt="3" custScaleX="113674" custScaleY="184457">
        <dgm:presLayoutVars>
          <dgm:chMax val="0"/>
          <dgm:bulletEnabled val="1"/>
        </dgm:presLayoutVars>
      </dgm:prSet>
      <dgm:spPr/>
    </dgm:pt>
    <dgm:pt modelId="{0A2364BE-D0E8-4671-9CEF-4EC28F73A255}" type="pres">
      <dgm:prSet presAssocID="{E2B68E49-7F92-4ED2-B605-41E28875B8FA}" presName="negativeSpace" presStyleCnt="0"/>
      <dgm:spPr/>
    </dgm:pt>
    <dgm:pt modelId="{2DCE8B29-DF12-4310-8CDE-7F3594559CB0}" type="pres">
      <dgm:prSet presAssocID="{E2B68E49-7F92-4ED2-B605-41E28875B8FA}" presName="childText" presStyleLbl="conFgAcc1" presStyleIdx="0" presStyleCnt="3">
        <dgm:presLayoutVars>
          <dgm:bulletEnabled val="1"/>
        </dgm:presLayoutVars>
      </dgm:prSet>
      <dgm:spPr/>
    </dgm:pt>
    <dgm:pt modelId="{B5015EDA-D1BB-4AFB-8BA1-1F606348EBBC}" type="pres">
      <dgm:prSet presAssocID="{2D1297C5-4338-491E-8997-ABDF6CE9ACCF}" presName="spaceBetweenRectangles" presStyleCnt="0"/>
      <dgm:spPr/>
    </dgm:pt>
    <dgm:pt modelId="{FD3468C4-ED8A-4B52-A39A-8729449D9184}" type="pres">
      <dgm:prSet presAssocID="{EF5DC0C6-8D4F-43F6-9B7F-BC2E3FF5EAFC}" presName="parentLin" presStyleCnt="0"/>
      <dgm:spPr/>
    </dgm:pt>
    <dgm:pt modelId="{0B25CD9F-E2CA-440E-AFC5-D9026C31BD12}" type="pres">
      <dgm:prSet presAssocID="{EF5DC0C6-8D4F-43F6-9B7F-BC2E3FF5EAFC}" presName="parentLeftMargin" presStyleLbl="node1" presStyleIdx="0" presStyleCnt="3"/>
      <dgm:spPr/>
    </dgm:pt>
    <dgm:pt modelId="{F549710D-0120-4343-8EDC-67EBA80BB47C}" type="pres">
      <dgm:prSet presAssocID="{EF5DC0C6-8D4F-43F6-9B7F-BC2E3FF5EAFC}" presName="parentText" presStyleLbl="node1" presStyleIdx="1" presStyleCnt="3" custScaleX="113508" custScaleY="176530" custLinFactNeighborX="-10110" custLinFactNeighborY="8728">
        <dgm:presLayoutVars>
          <dgm:chMax val="0"/>
          <dgm:bulletEnabled val="1"/>
        </dgm:presLayoutVars>
      </dgm:prSet>
      <dgm:spPr/>
    </dgm:pt>
    <dgm:pt modelId="{5BEEDBBB-5B77-4CD1-A1B3-9C83CBBA26C6}" type="pres">
      <dgm:prSet presAssocID="{EF5DC0C6-8D4F-43F6-9B7F-BC2E3FF5EAFC}" presName="negativeSpace" presStyleCnt="0"/>
      <dgm:spPr/>
    </dgm:pt>
    <dgm:pt modelId="{B85546DA-268D-4D08-AA25-F0326E04E7B9}" type="pres">
      <dgm:prSet presAssocID="{EF5DC0C6-8D4F-43F6-9B7F-BC2E3FF5EAFC}" presName="childText" presStyleLbl="conFgAcc1" presStyleIdx="1" presStyleCnt="3">
        <dgm:presLayoutVars>
          <dgm:bulletEnabled val="1"/>
        </dgm:presLayoutVars>
      </dgm:prSet>
      <dgm:spPr/>
    </dgm:pt>
    <dgm:pt modelId="{BAD45E61-33F4-447F-A613-271A95AA1CBF}" type="pres">
      <dgm:prSet presAssocID="{C4555338-9E5D-4DEC-ABA9-5028BB34AD7B}" presName="spaceBetweenRectangles" presStyleCnt="0"/>
      <dgm:spPr/>
    </dgm:pt>
    <dgm:pt modelId="{B37F2E3F-1228-487D-BB4A-B73C5CCCDEF4}" type="pres">
      <dgm:prSet presAssocID="{94FF440F-FA1D-4494-8985-21E8AE246851}" presName="parentLin" presStyleCnt="0"/>
      <dgm:spPr/>
    </dgm:pt>
    <dgm:pt modelId="{E6933D57-C0CD-46E2-B994-508329D58A4C}" type="pres">
      <dgm:prSet presAssocID="{94FF440F-FA1D-4494-8985-21E8AE246851}" presName="parentLeftMargin" presStyleLbl="node1" presStyleIdx="1" presStyleCnt="3"/>
      <dgm:spPr/>
    </dgm:pt>
    <dgm:pt modelId="{335FAE79-93BD-4FD8-B9CB-A110917A46AA}" type="pres">
      <dgm:prSet presAssocID="{94FF440F-FA1D-4494-8985-21E8AE246851}" presName="parentText" presStyleLbl="node1" presStyleIdx="2" presStyleCnt="3" custScaleX="112047" custScaleY="157554" custLinFactNeighborY="16833">
        <dgm:presLayoutVars>
          <dgm:chMax val="0"/>
          <dgm:bulletEnabled val="1"/>
        </dgm:presLayoutVars>
      </dgm:prSet>
      <dgm:spPr/>
    </dgm:pt>
    <dgm:pt modelId="{7189309A-EC3D-4659-ABCA-DD17B0D68465}" type="pres">
      <dgm:prSet presAssocID="{94FF440F-FA1D-4494-8985-21E8AE246851}" presName="negativeSpace" presStyleCnt="0"/>
      <dgm:spPr/>
    </dgm:pt>
    <dgm:pt modelId="{54F403E1-19EA-4EE4-9DD6-024614EE776B}" type="pres">
      <dgm:prSet presAssocID="{94FF440F-FA1D-4494-8985-21E8AE24685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0FA4A0F-1A63-455E-AB31-988B4DF09161}" type="presOf" srcId="{E2B68E49-7F92-4ED2-B605-41E28875B8FA}" destId="{454DDA2D-9A7B-4499-9577-CE84124CDC4D}" srcOrd="1" destOrd="0" presId="urn:microsoft.com/office/officeart/2005/8/layout/list1"/>
    <dgm:cxn modelId="{E996E123-8287-47C9-9014-19657F658EA8}" srcId="{C3CC57DE-E6A5-49AF-B5F7-656B3A137C70}" destId="{E2B68E49-7F92-4ED2-B605-41E28875B8FA}" srcOrd="0" destOrd="0" parTransId="{60C6528F-191B-4A40-8AC4-7018A6D0F549}" sibTransId="{2D1297C5-4338-491E-8997-ABDF6CE9ACCF}"/>
    <dgm:cxn modelId="{B1639F2A-A71A-4573-98FB-169AA420A27B}" type="presOf" srcId="{94FF440F-FA1D-4494-8985-21E8AE246851}" destId="{335FAE79-93BD-4FD8-B9CB-A110917A46AA}" srcOrd="1" destOrd="0" presId="urn:microsoft.com/office/officeart/2005/8/layout/list1"/>
    <dgm:cxn modelId="{79471960-A60E-472E-8A99-A6F08BEB547E}" type="presOf" srcId="{94FF440F-FA1D-4494-8985-21E8AE246851}" destId="{E6933D57-C0CD-46E2-B994-508329D58A4C}" srcOrd="0" destOrd="0" presId="urn:microsoft.com/office/officeart/2005/8/layout/list1"/>
    <dgm:cxn modelId="{32E05146-749E-448F-A31F-A511890119BF}" type="presOf" srcId="{EF5DC0C6-8D4F-43F6-9B7F-BC2E3FF5EAFC}" destId="{0B25CD9F-E2CA-440E-AFC5-D9026C31BD12}" srcOrd="0" destOrd="0" presId="urn:microsoft.com/office/officeart/2005/8/layout/list1"/>
    <dgm:cxn modelId="{28863BAD-D239-40C5-9647-8FF0C9E069F1}" type="presOf" srcId="{E2B68E49-7F92-4ED2-B605-41E28875B8FA}" destId="{B32E2E6B-B2B5-4AC2-88ED-B3718CE549D1}" srcOrd="0" destOrd="0" presId="urn:microsoft.com/office/officeart/2005/8/layout/list1"/>
    <dgm:cxn modelId="{D2D391CE-F405-4AF9-A80B-DB598D0126B3}" srcId="{C3CC57DE-E6A5-49AF-B5F7-656B3A137C70}" destId="{EF5DC0C6-8D4F-43F6-9B7F-BC2E3FF5EAFC}" srcOrd="1" destOrd="0" parTransId="{973CA689-5358-46DD-A5C4-F5C18879B367}" sibTransId="{C4555338-9E5D-4DEC-ABA9-5028BB34AD7B}"/>
    <dgm:cxn modelId="{111DC2D8-1E4C-4A70-B39A-8A0DCCD03F1B}" srcId="{C3CC57DE-E6A5-49AF-B5F7-656B3A137C70}" destId="{94FF440F-FA1D-4494-8985-21E8AE246851}" srcOrd="2" destOrd="0" parTransId="{ACB8E513-941B-4E65-A8A8-7E6EDFDF8F73}" sibTransId="{4F664D38-F3DF-4183-B4B6-57322ED0EEAE}"/>
    <dgm:cxn modelId="{2343D3E2-53EB-4AF7-85A2-0B9F38DE2B20}" type="presOf" srcId="{EF5DC0C6-8D4F-43F6-9B7F-BC2E3FF5EAFC}" destId="{F549710D-0120-4343-8EDC-67EBA80BB47C}" srcOrd="1" destOrd="0" presId="urn:microsoft.com/office/officeart/2005/8/layout/list1"/>
    <dgm:cxn modelId="{7E3156FA-86AC-4FC1-BD73-3F974533101C}" type="presOf" srcId="{C3CC57DE-E6A5-49AF-B5F7-656B3A137C70}" destId="{5F843C0D-2129-4317-80A9-4B20472244AF}" srcOrd="0" destOrd="0" presId="urn:microsoft.com/office/officeart/2005/8/layout/list1"/>
    <dgm:cxn modelId="{A20FE3FA-4FF9-42D9-8513-9CDA66B0C852}" type="presParOf" srcId="{5F843C0D-2129-4317-80A9-4B20472244AF}" destId="{2D27ACAB-ED96-4817-825B-7360110C8E23}" srcOrd="0" destOrd="0" presId="urn:microsoft.com/office/officeart/2005/8/layout/list1"/>
    <dgm:cxn modelId="{8218CB9A-B82E-4547-B8A3-9C60E31942CA}" type="presParOf" srcId="{2D27ACAB-ED96-4817-825B-7360110C8E23}" destId="{B32E2E6B-B2B5-4AC2-88ED-B3718CE549D1}" srcOrd="0" destOrd="0" presId="urn:microsoft.com/office/officeart/2005/8/layout/list1"/>
    <dgm:cxn modelId="{F2076AB7-E6A1-4C2F-82F4-F040E3BC2C96}" type="presParOf" srcId="{2D27ACAB-ED96-4817-825B-7360110C8E23}" destId="{454DDA2D-9A7B-4499-9577-CE84124CDC4D}" srcOrd="1" destOrd="0" presId="urn:microsoft.com/office/officeart/2005/8/layout/list1"/>
    <dgm:cxn modelId="{820BA6BC-26C6-452B-A836-6180D19BB396}" type="presParOf" srcId="{5F843C0D-2129-4317-80A9-4B20472244AF}" destId="{0A2364BE-D0E8-4671-9CEF-4EC28F73A255}" srcOrd="1" destOrd="0" presId="urn:microsoft.com/office/officeart/2005/8/layout/list1"/>
    <dgm:cxn modelId="{3180ED68-4CEF-45BD-A836-4188FD635005}" type="presParOf" srcId="{5F843C0D-2129-4317-80A9-4B20472244AF}" destId="{2DCE8B29-DF12-4310-8CDE-7F3594559CB0}" srcOrd="2" destOrd="0" presId="urn:microsoft.com/office/officeart/2005/8/layout/list1"/>
    <dgm:cxn modelId="{CCDF7EE3-1A52-423A-80F4-72B4C6ECD289}" type="presParOf" srcId="{5F843C0D-2129-4317-80A9-4B20472244AF}" destId="{B5015EDA-D1BB-4AFB-8BA1-1F606348EBBC}" srcOrd="3" destOrd="0" presId="urn:microsoft.com/office/officeart/2005/8/layout/list1"/>
    <dgm:cxn modelId="{2DBAABD1-1D3C-47E4-B8BF-41D325B1EE2C}" type="presParOf" srcId="{5F843C0D-2129-4317-80A9-4B20472244AF}" destId="{FD3468C4-ED8A-4B52-A39A-8729449D9184}" srcOrd="4" destOrd="0" presId="urn:microsoft.com/office/officeart/2005/8/layout/list1"/>
    <dgm:cxn modelId="{CCBEB975-3D48-4A18-9A21-499268422C34}" type="presParOf" srcId="{FD3468C4-ED8A-4B52-A39A-8729449D9184}" destId="{0B25CD9F-E2CA-440E-AFC5-D9026C31BD12}" srcOrd="0" destOrd="0" presId="urn:microsoft.com/office/officeart/2005/8/layout/list1"/>
    <dgm:cxn modelId="{C89BF8B6-63EA-40C7-B6FC-41E47949263B}" type="presParOf" srcId="{FD3468C4-ED8A-4B52-A39A-8729449D9184}" destId="{F549710D-0120-4343-8EDC-67EBA80BB47C}" srcOrd="1" destOrd="0" presId="urn:microsoft.com/office/officeart/2005/8/layout/list1"/>
    <dgm:cxn modelId="{11FFC89C-97B4-4665-8B27-6100DBBF16E9}" type="presParOf" srcId="{5F843C0D-2129-4317-80A9-4B20472244AF}" destId="{5BEEDBBB-5B77-4CD1-A1B3-9C83CBBA26C6}" srcOrd="5" destOrd="0" presId="urn:microsoft.com/office/officeart/2005/8/layout/list1"/>
    <dgm:cxn modelId="{CBF7E554-B219-4FBC-8A35-98C7B1479C91}" type="presParOf" srcId="{5F843C0D-2129-4317-80A9-4B20472244AF}" destId="{B85546DA-268D-4D08-AA25-F0326E04E7B9}" srcOrd="6" destOrd="0" presId="urn:microsoft.com/office/officeart/2005/8/layout/list1"/>
    <dgm:cxn modelId="{C5CD8220-63BA-49E8-8C07-40EA3FB5A062}" type="presParOf" srcId="{5F843C0D-2129-4317-80A9-4B20472244AF}" destId="{BAD45E61-33F4-447F-A613-271A95AA1CBF}" srcOrd="7" destOrd="0" presId="urn:microsoft.com/office/officeart/2005/8/layout/list1"/>
    <dgm:cxn modelId="{97F9D4C4-5D62-4B8A-82C4-C8E58317B641}" type="presParOf" srcId="{5F843C0D-2129-4317-80A9-4B20472244AF}" destId="{B37F2E3F-1228-487D-BB4A-B73C5CCCDEF4}" srcOrd="8" destOrd="0" presId="urn:microsoft.com/office/officeart/2005/8/layout/list1"/>
    <dgm:cxn modelId="{CD5F7F4C-9838-42A0-881A-821ACAB7A9E0}" type="presParOf" srcId="{B37F2E3F-1228-487D-BB4A-B73C5CCCDEF4}" destId="{E6933D57-C0CD-46E2-B994-508329D58A4C}" srcOrd="0" destOrd="0" presId="urn:microsoft.com/office/officeart/2005/8/layout/list1"/>
    <dgm:cxn modelId="{99BE0DEC-DE8F-41E2-BE30-F612287B79EB}" type="presParOf" srcId="{B37F2E3F-1228-487D-BB4A-B73C5CCCDEF4}" destId="{335FAE79-93BD-4FD8-B9CB-A110917A46AA}" srcOrd="1" destOrd="0" presId="urn:microsoft.com/office/officeart/2005/8/layout/list1"/>
    <dgm:cxn modelId="{7DD5E6CC-56CF-49CB-B54B-ACB73C5DAAAF}" type="presParOf" srcId="{5F843C0D-2129-4317-80A9-4B20472244AF}" destId="{7189309A-EC3D-4659-ABCA-DD17B0D68465}" srcOrd="9" destOrd="0" presId="urn:microsoft.com/office/officeart/2005/8/layout/list1"/>
    <dgm:cxn modelId="{C0551115-1307-4FEA-B741-E06D3B7FAA11}" type="presParOf" srcId="{5F843C0D-2129-4317-80A9-4B20472244AF}" destId="{54F403E1-19EA-4EE4-9DD6-024614EE776B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38F41D-C7FD-4948-A1CD-9D7248DD12E2}">
      <dsp:nvSpPr>
        <dsp:cNvPr id="0" name=""/>
        <dsp:cNvSpPr/>
      </dsp:nvSpPr>
      <dsp:spPr>
        <a:xfrm>
          <a:off x="692113" y="0"/>
          <a:ext cx="7843956" cy="530231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7BEFB0-B41E-4B02-A45A-1D4E49790825}">
      <dsp:nvSpPr>
        <dsp:cNvPr id="0" name=""/>
        <dsp:cNvSpPr/>
      </dsp:nvSpPr>
      <dsp:spPr>
        <a:xfrm>
          <a:off x="4618" y="1590693"/>
          <a:ext cx="2221432" cy="2120924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Diseñar un sistema web para simular fenómenos ondulatorios.</a:t>
          </a:r>
        </a:p>
      </dsp:txBody>
      <dsp:txXfrm>
        <a:off x="108153" y="1694228"/>
        <a:ext cx="2014362" cy="1913854"/>
      </dsp:txXfrm>
    </dsp:sp>
    <dsp:sp modelId="{8C78B65F-0DAD-495B-B28A-24ACA9F03662}">
      <dsp:nvSpPr>
        <dsp:cNvPr id="0" name=""/>
        <dsp:cNvSpPr/>
      </dsp:nvSpPr>
      <dsp:spPr>
        <a:xfrm>
          <a:off x="2337123" y="1590693"/>
          <a:ext cx="2221432" cy="2120924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Representar la solución de modelos matemáticos de las ecuaciones de ondas de </a:t>
          </a:r>
          <a:r>
            <a:rPr lang="es-ES" sz="1500" kern="1200" dirty="0" err="1"/>
            <a:t>D’Alambert</a:t>
          </a:r>
          <a:r>
            <a:rPr lang="es-ES" sz="1500" kern="1200" dirty="0"/>
            <a:t> y Fourier para 2D y 3D</a:t>
          </a:r>
        </a:p>
      </dsp:txBody>
      <dsp:txXfrm>
        <a:off x="2440658" y="1694228"/>
        <a:ext cx="2014362" cy="1913854"/>
      </dsp:txXfrm>
    </dsp:sp>
    <dsp:sp modelId="{D6FB8173-9D6A-4D43-B8B2-065551E5D347}">
      <dsp:nvSpPr>
        <dsp:cNvPr id="0" name=""/>
        <dsp:cNvSpPr/>
      </dsp:nvSpPr>
      <dsp:spPr>
        <a:xfrm>
          <a:off x="4669627" y="1590693"/>
          <a:ext cx="2221432" cy="2120924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6667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Implementar </a:t>
          </a:r>
          <a:r>
            <a:rPr lang="es-ES" sz="1500" kern="1200" baseline="0" dirty="0"/>
            <a:t>en la facultad de informática y electrónica de la ESPOCH</a:t>
          </a:r>
          <a:endParaRPr lang="es-ES" sz="1500" kern="1200" dirty="0"/>
        </a:p>
      </dsp:txBody>
      <dsp:txXfrm>
        <a:off x="4773162" y="1694228"/>
        <a:ext cx="2014362" cy="1913854"/>
      </dsp:txXfrm>
    </dsp:sp>
    <dsp:sp modelId="{BE862D0E-7339-4CBD-8B21-7151766F5389}">
      <dsp:nvSpPr>
        <dsp:cNvPr id="0" name=""/>
        <dsp:cNvSpPr/>
      </dsp:nvSpPr>
      <dsp:spPr>
        <a:xfrm>
          <a:off x="7002132" y="1590693"/>
          <a:ext cx="2221432" cy="2120924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Apoyo para la enseñanza del </a:t>
          </a:r>
          <a:r>
            <a:rPr lang="es-ES" sz="1500" kern="1200"/>
            <a:t>calculo vectorial.</a:t>
          </a:r>
          <a:endParaRPr lang="es-ES" sz="1500" kern="1200" dirty="0"/>
        </a:p>
      </dsp:txBody>
      <dsp:txXfrm>
        <a:off x="7105667" y="1694228"/>
        <a:ext cx="2014362" cy="19138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E8B29-DF12-4310-8CDE-7F3594559CB0}">
      <dsp:nvSpPr>
        <dsp:cNvPr id="0" name=""/>
        <dsp:cNvSpPr/>
      </dsp:nvSpPr>
      <dsp:spPr>
        <a:xfrm>
          <a:off x="0" y="1029178"/>
          <a:ext cx="7872599" cy="2268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4DDA2D-9A7B-4499-9577-CE84124CDC4D}">
      <dsp:nvSpPr>
        <dsp:cNvPr id="0" name=""/>
        <dsp:cNvSpPr/>
      </dsp:nvSpPr>
      <dsp:spPr>
        <a:xfrm>
          <a:off x="393245" y="159214"/>
          <a:ext cx="6258251" cy="100280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296" tIns="0" rIns="208296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Analizar y describir la solución de los modelos matemáticos de </a:t>
          </a:r>
          <a:r>
            <a:rPr lang="es-ES" sz="1600" kern="1200" dirty="0" err="1"/>
            <a:t>D’Alambert</a:t>
          </a:r>
          <a:r>
            <a:rPr lang="es-ES" sz="1600" kern="1200" dirty="0"/>
            <a:t> y Fourier para 2D y 3D.</a:t>
          </a:r>
        </a:p>
      </dsp:txBody>
      <dsp:txXfrm>
        <a:off x="442198" y="208167"/>
        <a:ext cx="6160345" cy="904897"/>
      </dsp:txXfrm>
    </dsp:sp>
    <dsp:sp modelId="{B85546DA-268D-4D08-AA25-F0326E04E7B9}">
      <dsp:nvSpPr>
        <dsp:cNvPr id="0" name=""/>
        <dsp:cNvSpPr/>
      </dsp:nvSpPr>
      <dsp:spPr>
        <a:xfrm>
          <a:off x="0" y="2037777"/>
          <a:ext cx="7872599" cy="2268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49710D-0120-4343-8EDC-67EBA80BB47C}">
      <dsp:nvSpPr>
        <dsp:cNvPr id="0" name=""/>
        <dsp:cNvSpPr/>
      </dsp:nvSpPr>
      <dsp:spPr>
        <a:xfrm>
          <a:off x="393245" y="1304578"/>
          <a:ext cx="6249112" cy="86603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296" tIns="0" rIns="208296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Definir los requerimientos para el desarrollo del sistema..</a:t>
          </a:r>
        </a:p>
      </dsp:txBody>
      <dsp:txXfrm>
        <a:off x="435522" y="1346855"/>
        <a:ext cx="6164558" cy="781485"/>
      </dsp:txXfrm>
    </dsp:sp>
    <dsp:sp modelId="{0EC87CA6-5CEC-4DAB-8FE3-86B6804850A8}">
      <dsp:nvSpPr>
        <dsp:cNvPr id="0" name=""/>
        <dsp:cNvSpPr/>
      </dsp:nvSpPr>
      <dsp:spPr>
        <a:xfrm>
          <a:off x="0" y="3115520"/>
          <a:ext cx="7872599" cy="2268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2854AA-EBD8-45C8-B5AB-BED1EEE36699}">
      <dsp:nvSpPr>
        <dsp:cNvPr id="0" name=""/>
        <dsp:cNvSpPr/>
      </dsp:nvSpPr>
      <dsp:spPr>
        <a:xfrm>
          <a:off x="393245" y="2313177"/>
          <a:ext cx="6264472" cy="93518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296" tIns="0" rIns="208296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Desarrollar e implementar el sistema web para simular los fenómenos ondulatorios y representar la solución de modelos matemáticos de las ecuaciones de ondas de </a:t>
          </a:r>
          <a:r>
            <a:rPr lang="es-ES" sz="1600" kern="1200" dirty="0" err="1"/>
            <a:t>D’Alambert</a:t>
          </a:r>
          <a:r>
            <a:rPr lang="es-ES" sz="1600" kern="1200" dirty="0"/>
            <a:t> y Fourier para 2D y 3D en la ESPOCH.</a:t>
          </a:r>
        </a:p>
      </dsp:txBody>
      <dsp:txXfrm>
        <a:off x="438897" y="2358829"/>
        <a:ext cx="6173168" cy="843878"/>
      </dsp:txXfrm>
    </dsp:sp>
    <dsp:sp modelId="{C6C813C7-E7AA-40B9-B202-05C9BBD4F437}">
      <dsp:nvSpPr>
        <dsp:cNvPr id="0" name=""/>
        <dsp:cNvSpPr/>
      </dsp:nvSpPr>
      <dsp:spPr>
        <a:xfrm>
          <a:off x="0" y="4199432"/>
          <a:ext cx="7872599" cy="2268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6BD45A-7EAC-44D1-9F2B-C2F3B3487AA3}">
      <dsp:nvSpPr>
        <dsp:cNvPr id="0" name=""/>
        <dsp:cNvSpPr/>
      </dsp:nvSpPr>
      <dsp:spPr>
        <a:xfrm>
          <a:off x="393245" y="3390920"/>
          <a:ext cx="6212941" cy="94135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296" tIns="0" rIns="20829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es-ES" sz="1600" kern="1200" dirty="0"/>
            <a:t>Evaluar la calidad en eficiencia y portabilidad del simulador, de acuerdo con la </a:t>
          </a:r>
          <a:r>
            <a:rPr lang="es-EC" sz="1600" kern="1200" dirty="0"/>
            <a:t>norma ISO/IEC 9126</a:t>
          </a:r>
          <a:r>
            <a:rPr lang="es-ES" sz="1600" kern="1200" dirty="0"/>
            <a:t>.</a:t>
          </a:r>
          <a:endParaRPr lang="es-ES" sz="1600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439198" y="3436873"/>
        <a:ext cx="6121035" cy="8494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FA08A4-BE9D-4480-9933-E17D4E3AC0A7}">
      <dsp:nvSpPr>
        <dsp:cNvPr id="0" name=""/>
        <dsp:cNvSpPr/>
      </dsp:nvSpPr>
      <dsp:spPr>
        <a:xfrm>
          <a:off x="-6291038" y="-962351"/>
          <a:ext cx="7488376" cy="7488376"/>
        </a:xfrm>
        <a:prstGeom prst="blockArc">
          <a:avLst>
            <a:gd name="adj1" fmla="val 18900000"/>
            <a:gd name="adj2" fmla="val 2700000"/>
            <a:gd name="adj3" fmla="val 288"/>
          </a:avLst>
        </a:prstGeom>
        <a:noFill/>
        <a:ln w="15875" cap="rnd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47963A-6C8E-42AD-A080-FA0DC31B4B8F}">
      <dsp:nvSpPr>
        <dsp:cNvPr id="0" name=""/>
        <dsp:cNvSpPr/>
      </dsp:nvSpPr>
      <dsp:spPr>
        <a:xfrm>
          <a:off x="626601" y="427735"/>
          <a:ext cx="9155869" cy="855915"/>
        </a:xfrm>
        <a:prstGeom prst="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9383" tIns="101600" rIns="101600" bIns="1016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000" kern="1200" dirty="0"/>
            <a:t>GRÁFICOS POR COMPUTADORA </a:t>
          </a:r>
        </a:p>
      </dsp:txBody>
      <dsp:txXfrm>
        <a:off x="626601" y="427735"/>
        <a:ext cx="9155869" cy="855915"/>
      </dsp:txXfrm>
    </dsp:sp>
    <dsp:sp modelId="{A924AE1F-E294-4051-BDA3-089451087056}">
      <dsp:nvSpPr>
        <dsp:cNvPr id="0" name=""/>
        <dsp:cNvSpPr/>
      </dsp:nvSpPr>
      <dsp:spPr>
        <a:xfrm>
          <a:off x="91654" y="320745"/>
          <a:ext cx="1069894" cy="106989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E08CD7-DC70-4326-BAE2-48F5A6B7ACEE}">
      <dsp:nvSpPr>
        <dsp:cNvPr id="0" name=""/>
        <dsp:cNvSpPr/>
      </dsp:nvSpPr>
      <dsp:spPr>
        <a:xfrm>
          <a:off x="1117317" y="1711830"/>
          <a:ext cx="8665153" cy="855915"/>
        </a:xfrm>
        <a:prstGeom prst="rect">
          <a:avLst/>
        </a:prstGeom>
        <a:solidFill>
          <a:schemeClr val="accent1">
            <a:shade val="50000"/>
            <a:hueOff val="355325"/>
            <a:satOff val="-40911"/>
            <a:lumOff val="2757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9383" tIns="101600" rIns="101600" bIns="1016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000" kern="1200" dirty="0"/>
            <a:t>ECUACIONES DE ONDAS</a:t>
          </a:r>
        </a:p>
      </dsp:txBody>
      <dsp:txXfrm>
        <a:off x="1117317" y="1711830"/>
        <a:ext cx="8665153" cy="855915"/>
      </dsp:txXfrm>
    </dsp:sp>
    <dsp:sp modelId="{AC234BAC-504B-47EF-B42B-5763308DC5AE}">
      <dsp:nvSpPr>
        <dsp:cNvPr id="0" name=""/>
        <dsp:cNvSpPr/>
      </dsp:nvSpPr>
      <dsp:spPr>
        <a:xfrm>
          <a:off x="582370" y="1604841"/>
          <a:ext cx="1069894" cy="106989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50000"/>
              <a:hueOff val="355325"/>
              <a:satOff val="-40911"/>
              <a:lumOff val="275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8EE03B-5F9E-46A8-9199-45066334EE55}">
      <dsp:nvSpPr>
        <dsp:cNvPr id="0" name=""/>
        <dsp:cNvSpPr/>
      </dsp:nvSpPr>
      <dsp:spPr>
        <a:xfrm>
          <a:off x="1117317" y="2995926"/>
          <a:ext cx="8665153" cy="855915"/>
        </a:xfrm>
        <a:prstGeom prst="rect">
          <a:avLst/>
        </a:prstGeom>
        <a:solidFill>
          <a:schemeClr val="accent1">
            <a:shade val="50000"/>
            <a:hueOff val="710650"/>
            <a:satOff val="-81822"/>
            <a:lumOff val="5514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9383" tIns="101600" rIns="101600" bIns="1016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000" kern="1200" dirty="0"/>
            <a:t>HERRAMIENTAS DE DESARROLLO</a:t>
          </a:r>
        </a:p>
      </dsp:txBody>
      <dsp:txXfrm>
        <a:off x="1117317" y="2995926"/>
        <a:ext cx="8665153" cy="855915"/>
      </dsp:txXfrm>
    </dsp:sp>
    <dsp:sp modelId="{E1EDD79E-F720-43A4-AD23-BB4A2E3787AC}">
      <dsp:nvSpPr>
        <dsp:cNvPr id="0" name=""/>
        <dsp:cNvSpPr/>
      </dsp:nvSpPr>
      <dsp:spPr>
        <a:xfrm>
          <a:off x="582370" y="2888937"/>
          <a:ext cx="1069894" cy="106989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50000"/>
              <a:hueOff val="710650"/>
              <a:satOff val="-81822"/>
              <a:lumOff val="551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EBE2D5-0186-46D8-BF59-627184251E27}">
      <dsp:nvSpPr>
        <dsp:cNvPr id="0" name=""/>
        <dsp:cNvSpPr/>
      </dsp:nvSpPr>
      <dsp:spPr>
        <a:xfrm>
          <a:off x="626601" y="4280022"/>
          <a:ext cx="9155869" cy="855915"/>
        </a:xfrm>
        <a:prstGeom prst="rect">
          <a:avLst/>
        </a:prstGeom>
        <a:solidFill>
          <a:schemeClr val="accent1">
            <a:shade val="50000"/>
            <a:hueOff val="355325"/>
            <a:satOff val="-40911"/>
            <a:lumOff val="2757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9383" tIns="101600" rIns="101600" bIns="1016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000" kern="1200" dirty="0"/>
            <a:t>CALIDAD DE SOFTWARE</a:t>
          </a:r>
        </a:p>
      </dsp:txBody>
      <dsp:txXfrm>
        <a:off x="626601" y="4280022"/>
        <a:ext cx="9155869" cy="855915"/>
      </dsp:txXfrm>
    </dsp:sp>
    <dsp:sp modelId="{E0B0E95D-E5F7-4D09-A4C8-BC4109D1DF46}">
      <dsp:nvSpPr>
        <dsp:cNvPr id="0" name=""/>
        <dsp:cNvSpPr/>
      </dsp:nvSpPr>
      <dsp:spPr>
        <a:xfrm>
          <a:off x="91654" y="4173032"/>
          <a:ext cx="1069894" cy="106989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50000"/>
              <a:hueOff val="355325"/>
              <a:satOff val="-40911"/>
              <a:lumOff val="275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E8B29-DF12-4310-8CDE-7F3594559CB0}">
      <dsp:nvSpPr>
        <dsp:cNvPr id="0" name=""/>
        <dsp:cNvSpPr/>
      </dsp:nvSpPr>
      <dsp:spPr>
        <a:xfrm>
          <a:off x="0" y="464576"/>
          <a:ext cx="4646443" cy="1260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4DDA2D-9A7B-4499-9577-CE84124CDC4D}">
      <dsp:nvSpPr>
        <dsp:cNvPr id="0" name=""/>
        <dsp:cNvSpPr/>
      </dsp:nvSpPr>
      <dsp:spPr>
        <a:xfrm>
          <a:off x="232095" y="44933"/>
          <a:ext cx="3693647" cy="49344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2937" tIns="0" rIns="122937" bIns="0" numCol="1" spcCol="1270" anchor="ctr" anchorCtr="0">
          <a:noAutofit/>
        </a:bodyPr>
        <a:lstStyle/>
        <a:p>
          <a:pPr marL="0" lvl="0" indent="0" algn="just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INVESTIGACIÓN DESCRIPTIVA</a:t>
          </a:r>
        </a:p>
      </dsp:txBody>
      <dsp:txXfrm>
        <a:off x="256183" y="69021"/>
        <a:ext cx="3645471" cy="445267"/>
      </dsp:txXfrm>
    </dsp:sp>
    <dsp:sp modelId="{B85546DA-268D-4D08-AA25-F0326E04E7B9}">
      <dsp:nvSpPr>
        <dsp:cNvPr id="0" name=""/>
        <dsp:cNvSpPr/>
      </dsp:nvSpPr>
      <dsp:spPr>
        <a:xfrm>
          <a:off x="0" y="1051414"/>
          <a:ext cx="4646443" cy="1260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49710D-0120-4343-8EDC-67EBA80BB47C}">
      <dsp:nvSpPr>
        <dsp:cNvPr id="0" name=""/>
        <dsp:cNvSpPr/>
      </dsp:nvSpPr>
      <dsp:spPr>
        <a:xfrm>
          <a:off x="208630" y="643710"/>
          <a:ext cx="3688253" cy="48113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2937" tIns="0" rIns="122937" bIns="0" numCol="1" spcCol="1270" anchor="ctr" anchorCtr="0">
          <a:noAutofit/>
        </a:bodyPr>
        <a:lstStyle/>
        <a:p>
          <a:pPr marL="0" lvl="0" indent="0" algn="just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INVESTIGACIÓN APLICATIVA</a:t>
          </a:r>
        </a:p>
      </dsp:txBody>
      <dsp:txXfrm>
        <a:off x="232117" y="667197"/>
        <a:ext cx="3641279" cy="43415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E8B29-DF12-4310-8CDE-7F3594559CB0}">
      <dsp:nvSpPr>
        <dsp:cNvPr id="0" name=""/>
        <dsp:cNvSpPr/>
      </dsp:nvSpPr>
      <dsp:spPr>
        <a:xfrm>
          <a:off x="0" y="541390"/>
          <a:ext cx="4646443" cy="3024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4DDA2D-9A7B-4499-9577-CE84124CDC4D}">
      <dsp:nvSpPr>
        <dsp:cNvPr id="0" name=""/>
        <dsp:cNvSpPr/>
      </dsp:nvSpPr>
      <dsp:spPr>
        <a:xfrm>
          <a:off x="232095" y="65090"/>
          <a:ext cx="3693647" cy="6534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2937" tIns="0" rIns="122937" bIns="0" numCol="1" spcCol="1270" anchor="ctr" anchorCtr="0">
          <a:noAutofit/>
        </a:bodyPr>
        <a:lstStyle/>
        <a:p>
          <a:pPr marL="0" lvl="0" indent="0" algn="just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DOCUMENTOS EN LINEA</a:t>
          </a:r>
        </a:p>
      </dsp:txBody>
      <dsp:txXfrm>
        <a:off x="263992" y="96987"/>
        <a:ext cx="3629853" cy="589626"/>
      </dsp:txXfrm>
    </dsp:sp>
    <dsp:sp modelId="{B85546DA-268D-4D08-AA25-F0326E04E7B9}">
      <dsp:nvSpPr>
        <dsp:cNvPr id="0" name=""/>
        <dsp:cNvSpPr/>
      </dsp:nvSpPr>
      <dsp:spPr>
        <a:xfrm>
          <a:off x="0" y="1356810"/>
          <a:ext cx="4646443" cy="3024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49710D-0120-4343-8EDC-67EBA80BB47C}">
      <dsp:nvSpPr>
        <dsp:cNvPr id="0" name=""/>
        <dsp:cNvSpPr/>
      </dsp:nvSpPr>
      <dsp:spPr>
        <a:xfrm>
          <a:off x="208630" y="939508"/>
          <a:ext cx="3688253" cy="62533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2937" tIns="0" rIns="122937" bIns="0" numCol="1" spcCol="1270" anchor="ctr" anchorCtr="0">
          <a:noAutofit/>
        </a:bodyPr>
        <a:lstStyle/>
        <a:p>
          <a:pPr marL="0" lvl="0" indent="0" algn="just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OBSERVACIÓN</a:t>
          </a:r>
        </a:p>
      </dsp:txBody>
      <dsp:txXfrm>
        <a:off x="239157" y="970035"/>
        <a:ext cx="3627199" cy="564285"/>
      </dsp:txXfrm>
    </dsp:sp>
    <dsp:sp modelId="{54F403E1-19EA-4EE4-9DD6-024614EE776B}">
      <dsp:nvSpPr>
        <dsp:cNvPr id="0" name=""/>
        <dsp:cNvSpPr/>
      </dsp:nvSpPr>
      <dsp:spPr>
        <a:xfrm>
          <a:off x="0" y="2105009"/>
          <a:ext cx="4646443" cy="3024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5FAE79-93BD-4FD8-B9CB-A110917A46AA}">
      <dsp:nvSpPr>
        <dsp:cNvPr id="0" name=""/>
        <dsp:cNvSpPr/>
      </dsp:nvSpPr>
      <dsp:spPr>
        <a:xfrm>
          <a:off x="232095" y="1783639"/>
          <a:ext cx="3640781" cy="55811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2937" tIns="0" rIns="122937" bIns="0" numCol="1" spcCol="1270" anchor="ctr" anchorCtr="0">
          <a:noAutofit/>
        </a:bodyPr>
        <a:lstStyle/>
        <a:p>
          <a:pPr marL="0" lvl="0" indent="0" algn="just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ENTREVISTAS</a:t>
          </a:r>
        </a:p>
      </dsp:txBody>
      <dsp:txXfrm>
        <a:off x="259340" y="1810884"/>
        <a:ext cx="3586291" cy="50362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E8B29-DF12-4310-8CDE-7F3594559CB0}">
      <dsp:nvSpPr>
        <dsp:cNvPr id="0" name=""/>
        <dsp:cNvSpPr/>
      </dsp:nvSpPr>
      <dsp:spPr>
        <a:xfrm>
          <a:off x="0" y="402272"/>
          <a:ext cx="4646444" cy="2016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4DDA2D-9A7B-4499-9577-CE84124CDC4D}">
      <dsp:nvSpPr>
        <dsp:cNvPr id="0" name=""/>
        <dsp:cNvSpPr/>
      </dsp:nvSpPr>
      <dsp:spPr>
        <a:xfrm>
          <a:off x="232095" y="84738"/>
          <a:ext cx="3693648" cy="4356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2937" tIns="0" rIns="122937" bIns="0" numCol="1" spcCol="1270" anchor="ctr" anchorCtr="0">
          <a:noAutofit/>
        </a:bodyPr>
        <a:lstStyle/>
        <a:p>
          <a:pPr marL="0" lvl="0" indent="0" algn="just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0" kern="1200" dirty="0"/>
            <a:t>PRODUCT OWNER</a:t>
          </a:r>
        </a:p>
      </dsp:txBody>
      <dsp:txXfrm>
        <a:off x="253360" y="106003"/>
        <a:ext cx="3651118" cy="393083"/>
      </dsp:txXfrm>
    </dsp:sp>
    <dsp:sp modelId="{B85546DA-268D-4D08-AA25-F0326E04E7B9}">
      <dsp:nvSpPr>
        <dsp:cNvPr id="0" name=""/>
        <dsp:cNvSpPr/>
      </dsp:nvSpPr>
      <dsp:spPr>
        <a:xfrm>
          <a:off x="0" y="945885"/>
          <a:ext cx="4646444" cy="2016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49710D-0120-4343-8EDC-67EBA80BB47C}">
      <dsp:nvSpPr>
        <dsp:cNvPr id="0" name=""/>
        <dsp:cNvSpPr/>
      </dsp:nvSpPr>
      <dsp:spPr>
        <a:xfrm>
          <a:off x="208630" y="667684"/>
          <a:ext cx="3688254" cy="41689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2937" tIns="0" rIns="122937" bIns="0" numCol="1" spcCol="1270" anchor="ctr" anchorCtr="0">
          <a:noAutofit/>
        </a:bodyPr>
        <a:lstStyle/>
        <a:p>
          <a:pPr marL="0" lvl="0" indent="0" algn="just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0" kern="1200" dirty="0"/>
            <a:t>SCRUM MASTER</a:t>
          </a:r>
        </a:p>
      </dsp:txBody>
      <dsp:txXfrm>
        <a:off x="228981" y="688035"/>
        <a:ext cx="3647552" cy="376191"/>
      </dsp:txXfrm>
    </dsp:sp>
    <dsp:sp modelId="{54F403E1-19EA-4EE4-9DD6-024614EE776B}">
      <dsp:nvSpPr>
        <dsp:cNvPr id="0" name=""/>
        <dsp:cNvSpPr/>
      </dsp:nvSpPr>
      <dsp:spPr>
        <a:xfrm>
          <a:off x="0" y="1444685"/>
          <a:ext cx="4646444" cy="2016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5FAE79-93BD-4FD8-B9CB-A110917A46AA}">
      <dsp:nvSpPr>
        <dsp:cNvPr id="0" name=""/>
        <dsp:cNvSpPr/>
      </dsp:nvSpPr>
      <dsp:spPr>
        <a:xfrm>
          <a:off x="232095" y="1230438"/>
          <a:ext cx="3640781" cy="37207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2937" tIns="0" rIns="122937" bIns="0" numCol="1" spcCol="1270" anchor="ctr" anchorCtr="0">
          <a:noAutofit/>
        </a:bodyPr>
        <a:lstStyle/>
        <a:p>
          <a:pPr marL="0" lvl="0" indent="0" algn="just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0" kern="1200" dirty="0"/>
            <a:t>SCRUM TEAM</a:t>
          </a:r>
        </a:p>
      </dsp:txBody>
      <dsp:txXfrm>
        <a:off x="250258" y="1248601"/>
        <a:ext cx="3604455" cy="3357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42131" cy="345604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5675853" y="0"/>
            <a:ext cx="4342131" cy="345604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9B0D7A2F-AE71-4696-A7C6-90BF6001C6DD}" type="datetimeFigureOut">
              <a:rPr lang="es-EC" smtClean="0"/>
              <a:pPr/>
              <a:t>18/6/2018</a:t>
            </a:fld>
            <a:endParaRPr lang="es-EC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2" y="6542561"/>
            <a:ext cx="4342131" cy="34560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es-EC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5675853" y="6542561"/>
            <a:ext cx="4342131" cy="34560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774C4E22-CC91-4558-A8C8-323C37EFBC68}" type="slidenum">
              <a:rPr lang="es-EC" smtClean="0"/>
              <a:pPr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310049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42131" cy="345604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675853" y="0"/>
            <a:ext cx="4342131" cy="345604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822B0442-417B-4D38-AAAA-193864C56196}" type="datetimeFigureOut">
              <a:rPr lang="es-EC" smtClean="0"/>
              <a:pPr/>
              <a:t>18/6/2018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943225" y="860425"/>
            <a:ext cx="4133850" cy="2325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002031" y="3314929"/>
            <a:ext cx="8016239" cy="2712214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2" y="6542561"/>
            <a:ext cx="4342131" cy="34560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675853" y="6542561"/>
            <a:ext cx="4342131" cy="34560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8CB643C2-D90F-47A3-AC88-76804DBC2C8C}" type="slidenum">
              <a:rPr lang="es-EC" smtClean="0"/>
              <a:pPr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67334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2D650D-8048-4E9B-BEF4-5296866973E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946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13" Type="http://schemas.openxmlformats.org/officeDocument/2006/relationships/diagramLayout" Target="../diagrams/layout6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12" Type="http://schemas.openxmlformats.org/officeDocument/2006/relationships/diagramData" Target="../diagrams/data6.xml"/><Relationship Id="rId2" Type="http://schemas.openxmlformats.org/officeDocument/2006/relationships/diagramData" Target="../diagrams/data4.xml"/><Relationship Id="rId16" Type="http://schemas.microsoft.com/office/2007/relationships/diagramDrawing" Target="../diagrams/drawing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5" Type="http://schemas.openxmlformats.org/officeDocument/2006/relationships/diagramColors" Target="../diagrams/colors6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Relationship Id="rId14" Type="http://schemas.openxmlformats.org/officeDocument/2006/relationships/diagramQuickStyle" Target="../diagrams/quickStyle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750984" y="372830"/>
            <a:ext cx="8403413" cy="6131364"/>
          </a:xfrm>
        </p:spPr>
        <p:txBody>
          <a:bodyPr>
            <a:normAutofit/>
          </a:bodyPr>
          <a:lstStyle/>
          <a:p>
            <a:pPr algn="ctr"/>
            <a:r>
              <a:rPr lang="es-EC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ESCUELA SUPERIOR POLITÉCNICA DE CHIMBORAZO</a:t>
            </a:r>
            <a:br>
              <a:rPr lang="es-EC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C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FACULTAD DE INFORMÁTICA Y ELECTRÓNICA</a:t>
            </a:r>
            <a:br>
              <a:rPr lang="es-EC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C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ESCUELA DE INGENIERÍA EN SISTEMAS</a:t>
            </a:r>
            <a:br>
              <a:rPr lang="es-EC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EC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C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TRABAJO DE TITULACIÓN</a:t>
            </a:r>
            <a:br>
              <a:rPr lang="es-EC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EC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C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TEMA: </a:t>
            </a:r>
            <a:br>
              <a:rPr lang="es-EC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EC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800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s-ES" sz="1800" dirty="0"/>
              <a:t>DISEÑO E IMPLEMENTACIÓN DE UN SISTEMA WEB PARA SIMULAR LOS FENÓMENOS ONDULATORIOS DE D’ALAMBERT Y FOURIER EN 2D Y 3D APLICANDO MODELOS MATEMÁTICOS</a:t>
            </a:r>
            <a:r>
              <a:rPr lang="es-EC" sz="1800" dirty="0">
                <a:latin typeface="Times New Roman" pitchFamily="18" charset="0"/>
                <a:cs typeface="Times New Roman" pitchFamily="18" charset="0"/>
              </a:rPr>
              <a:t>”</a:t>
            </a:r>
            <a:br>
              <a:rPr lang="es-EC" sz="2400" dirty="0"/>
            </a:br>
            <a:br>
              <a:rPr lang="es-EC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C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INTEGRANTES:</a:t>
            </a:r>
            <a:br>
              <a:rPr lang="es-EC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EC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C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LUIS MANUEL BARRAGÁN GONZÁLEZ</a:t>
            </a:r>
            <a:br>
              <a:rPr lang="es-EC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C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EFRAÍN AMADO COLCHA CEPEDA</a:t>
            </a:r>
            <a:br>
              <a:rPr lang="es-EC" sz="2000" dirty="0"/>
            </a:br>
            <a:br>
              <a:rPr lang="es-EC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C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RIOBAMBA - ECUADOR</a:t>
            </a:r>
            <a:br>
              <a:rPr lang="es-EC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C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2018</a:t>
            </a:r>
            <a:br>
              <a:rPr lang="es-EC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EC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n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513" y="372830"/>
            <a:ext cx="1939806" cy="17172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305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data:image/jpeg;base64,/9j/4AAQSkZJRgABAQAAAQABAAD/2wCEAAkGBxISEhISEhIWFhQUFhMZGRcYEBYVFRoiHyAbIiAbHR8dKDQsJBomJxYYJjMlJjUwLy8yIyszODMtNysuLisBCgoKDQwOGhAQGjclHyU3LjU3MDcrNTc0Nzc4NTcwNzczNTc3MzcrKzcuLSs0NTU4Mi4tNystKzQuNS0zNTgtK//AABEIAE4AXgMBIgACEQEDEQH/xAAbAAEAAgMBAQAAAAAAAAAAAAAABQYDBAcCAf/EADEQAAIBAwIFAwMCBgMAAAAAAAECAwAEERIhBRMxQWEGIlEHMoFxkRQjocHC4RYzQv/EABkBAQADAQEAAAAAAAAAAAAAAAACAwQFAf/EACIRAQACAQMDBQAAAAAAAAAAAAABAgMEESESMUEFIzJh0f/aAAwDAQACEQMRAD8A7jSlKBSlYri5SMAu6qCQAWYKCT0G/egy0qtXHqdiSIYdSmK4dGZ8a2jG8YUDOrO2+OhqGPqW8cBYSJiWQ8yGD24aJ2K4dsalZBnfowHWgv1Kov8AzaSOMNJGC5MYC4aMY5cbSMSQcbyaVHc7fNXkUH2lKUClKUClKUGO4kKqSBqIBwoIBY/Az3NUG+mN5MxHLOhHH82FiqK/taKVM/8AcCNSkYyPgbmd9R2MV8HgVwtxbkOmpehIOGwfuQ5IyO/kVqyYAWNc6EGBlixPkk7k0GOzRYlCpuQQ2tvc5bSFL+CQN8Vm5sh/9Mfya0eP8bhsEUyLzJ3GUizjA+W+BVIuPqNfsfa6RjsqRjA/fNQtlrXht0/p+fPXqrG0fborXD4KsSQRgq24Pgg9qmLDiwbCvgHsexrmXB/qRIWC3kaSRnHvVdLr58j9qtHqC3mfkS2NwgilaFdIthMQGJzJnOwAx42r2t627K9RpMunna8L0KVFelp5XtYWmOZCp1HRoyQSM47dKlakzFKUoFDSvhoKokto781bYiRhI0czIMtp2ODkkdehxXrh0YaRAemc/tUbHC8d5pa2jgiZZkjKmMsxOMEnVnDb+0D9SakLGXTIpPTO9ejk/Gp3vL9t95ZhGvgatI/A612vg/pq2toxGkSnA3ZlDM3kk1xn1VYPZXzEDGJBLGexGrUP67V1Hg31BspkUySiKTbKNkb+D3FZscxEzv3d71CuS+HHOL47eFO+rXB4IXgkiQIZNYYLspxjBx871q21qzx2JgjdZRbuGmW6W1UZc6AzHOsDDnTpbr03qZ+tB2tP1k/xqEsVtolgkurGO5D2sapqe3DoVeU/bKwOltQwRttUqx7kqNRabaDHvPn9dc4Ckq28ImlEsgUapFxhj8jFb9Qnoq35djbJhRhOiMrKMknAK7EDONqm6ucgpSlApSlBTvVHApXlMkQ1c3lg/wAteYhTcFZG2jTodgTnpXlZhJrYYyrlHAOQrDrg9wcgg/3q33EIdWQ5wwIOCQd/gjcfiqBxDhN1bzolspIfYNpHK6n2uMe2NAM42Lls5yKDf4lZQXcYiuVPt+yRfvX/AFVUf6asGDRXUbKCD7sq2xqyWHE4Z1ZlJTRjVqU8sam0rh+mWyCF6771vfw5ywGk6SQcOpwQM4O+xxvUbY625lqw63PgjppPDN6i4XaXLQNOxYQkkIp2YnH3eNulRnFeDW9xcc0qhGLRVUwhiBE7sVHhg+K9y3USAM8qBTndW5h23OyZ2AIJParPw7h6KAwOokAhu34qW0Qzze1oiJniHn05w7+HtoodvYCNhgdScY/NSVKURKUpQKUpQK+EV9pQQl36bjKRpCeQkciyaEjTlswYMNQI+R2IqGn9ClpnkE+FlFzzV0/cziRUYb9VWVh5wPirpSgrFl6XdRIWmVWkEanlQqBpVdJGHzu3c+BVhsrZYo0jXOlFVRk5OAMbms1KBSlKBSlKD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7" name="AutoShape 5" descr="data:image/jpeg;base64,/9j/4AAQSkZJRgABAQAAAQABAAD/2wCEAAkGBxISEhISEhIWFhQUFhMZGRcYEBYVFRoiHyAbIiAbHR8dKDQsJBomJxYYJjMlJjUwLy8yIyszODMtNysuLisBCgoKDQwOGhAQGjclHyU3LjU3MDcrNTc0Nzc4NTcwNzczNTc3MzcrKzcuLSs0NTU4Mi4tNystKzQuNS0zNTgtK//AABEIAE4AXgMBIgACEQEDEQH/xAAbAAEAAgMBAQAAAAAAAAAAAAAABQYDBAcCAf/EADEQAAIBAwIFAwMCBgMAAAAAAAECAwAEERIhBRMxQWEGIlEHMoFxkRQjocHC4RYzQv/EABkBAQADAQEAAAAAAAAAAAAAAAACAwQFAf/EACIRAQACAQMDBQAAAAAAAAAAAAABAgMEESESMUEFIzJh0f/aAAwDAQACEQMRAD8A7jSlKBSlYri5SMAu6qCQAWYKCT0G/egy0qtXHqdiSIYdSmK4dGZ8a2jG8YUDOrO2+OhqGPqW8cBYSJiWQ8yGD24aJ2K4dsalZBnfowHWgv1Kov8AzaSOMNJGC5MYC4aMY5cbSMSQcbyaVHc7fNXkUH2lKUClKUClKUGO4kKqSBqIBwoIBY/Az3NUG+mN5MxHLOhHH82FiqK/taKVM/8AcCNSkYyPgbmd9R2MV8HgVwtxbkOmpehIOGwfuQ5IyO/kVqyYAWNc6EGBlixPkk7k0GOzRYlCpuQQ2tvc5bSFL+CQN8Vm5sh/9Mfya0eP8bhsEUyLzJ3GUizjA+W+BVIuPqNfsfa6RjsqRjA/fNQtlrXht0/p+fPXqrG0fborXD4KsSQRgq24Pgg9qmLDiwbCvgHsexrmXB/qRIWC3kaSRnHvVdLr58j9qtHqC3mfkS2NwgilaFdIthMQGJzJnOwAx42r2t627K9RpMunna8L0KVFelp5XtYWmOZCp1HRoyQSM47dKlakzFKUoFDSvhoKokto781bYiRhI0czIMtp2ODkkdehxXrh0YaRAemc/tUbHC8d5pa2jgiZZkjKmMsxOMEnVnDb+0D9SakLGXTIpPTO9ejk/Gp3vL9t95ZhGvgatI/A612vg/pq2toxGkSnA3ZlDM3kk1xn1VYPZXzEDGJBLGexGrUP67V1Hg31BspkUySiKTbKNkb+D3FZscxEzv3d71CuS+HHOL47eFO+rXB4IXgkiQIZNYYLspxjBx871q21qzx2JgjdZRbuGmW6W1UZc6AzHOsDDnTpbr03qZ+tB2tP1k/xqEsVtolgkurGO5D2sapqe3DoVeU/bKwOltQwRttUqx7kqNRabaDHvPn9dc4Ckq28ImlEsgUapFxhj8jFb9Qnoq35djbJhRhOiMrKMknAK7EDONqm6ucgpSlApSlBTvVHApXlMkQ1c3lg/wAteYhTcFZG2jTodgTnpXlZhJrYYyrlHAOQrDrg9wcgg/3q33EIdWQ5wwIOCQd/gjcfiqBxDhN1bzolspIfYNpHK6n2uMe2NAM42Lls5yKDf4lZQXcYiuVPt+yRfvX/AFVUf6asGDRXUbKCD7sq2xqyWHE4Z1ZlJTRjVqU8sam0rh+mWyCF6771vfw5ywGk6SQcOpwQM4O+xxvUbY625lqw63PgjppPDN6i4XaXLQNOxYQkkIp2YnH3eNulRnFeDW9xcc0qhGLRVUwhiBE7sVHhg+K9y3USAM8qBTndW5h23OyZ2AIJParPw7h6KAwOokAhu34qW0Qzze1oiJniHn05w7+HtoodvYCNhgdScY/NSVKURKUpQKUpQK+EV9pQQl36bjKRpCeQkciyaEjTlswYMNQI+R2IqGn9ClpnkE+FlFzzV0/cziRUYb9VWVh5wPirpSgrFl6XdRIWmVWkEanlQqBpVdJGHzu3c+BVhsrZYo0jXOlFVRk5OAMbms1KBSlKBSlKD//Z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9" name="AutoShape 7" descr="data:image/jpeg;base64,/9j/4AAQSkZJRgABAQAAAQABAAD/2wCEAAkGBxISEhISEhIWFhQUFhMZGRcYEBYVFRoiHyAbIiAbHR8dKDQsJBomJxYYJjMlJjUwLy8yIyszODMtNysuLisBCgoKDQwOGhAQGjclHyU3LjU3MDcrNTc0Nzc4NTcwNzczNTc3MzcrKzcuLSs0NTU4Mi4tNystKzQuNS0zNTgtK//AABEIAE4AXgMBIgACEQEDEQH/xAAbAAEAAgMBAQAAAAAAAAAAAAAABQYDBAcCAf/EADEQAAIBAwIFAwMCBgMAAAAAAAECAwAEERIhBRMxQWEGIlEHMoFxkRQjocHC4RYzQv/EABkBAQADAQEAAAAAAAAAAAAAAAACAwQFAf/EACIRAQACAQMDBQAAAAAAAAAAAAABAgMEESESMUEFIzJh0f/aAAwDAQACEQMRAD8A7jSlKBSlYri5SMAu6qCQAWYKCT0G/egy0qtXHqdiSIYdSmK4dGZ8a2jG8YUDOrO2+OhqGPqW8cBYSJiWQ8yGD24aJ2K4dsalZBnfowHWgv1Kov8AzaSOMNJGC5MYC4aMY5cbSMSQcbyaVHc7fNXkUH2lKUClKUClKUGO4kKqSBqIBwoIBY/Az3NUG+mN5MxHLOhHH82FiqK/taKVM/8AcCNSkYyPgbmd9R2MV8HgVwtxbkOmpehIOGwfuQ5IyO/kVqyYAWNc6EGBlixPkk7k0GOzRYlCpuQQ2tvc5bSFL+CQN8Vm5sh/9Mfya0eP8bhsEUyLzJ3GUizjA+W+BVIuPqNfsfa6RjsqRjA/fNQtlrXht0/p+fPXqrG0fborXD4KsSQRgq24Pgg9qmLDiwbCvgHsexrmXB/qRIWC3kaSRnHvVdLr58j9qtHqC3mfkS2NwgilaFdIthMQGJzJnOwAx42r2t627K9RpMunna8L0KVFelp5XtYWmOZCp1HRoyQSM47dKlakzFKUoFDSvhoKokto781bYiRhI0czIMtp2ODkkdehxXrh0YaRAemc/tUbHC8d5pa2jgiZZkjKmMsxOMEnVnDb+0D9SakLGXTIpPTO9ejk/Gp3vL9t95ZhGvgatI/A612vg/pq2toxGkSnA3ZlDM3kk1xn1VYPZXzEDGJBLGexGrUP67V1Hg31BspkUySiKTbKNkb+D3FZscxEzv3d71CuS+HHOL47eFO+rXB4IXgkiQIZNYYLspxjBx871q21qzx2JgjdZRbuGmW6W1UZc6AzHOsDDnTpbr03qZ+tB2tP1k/xqEsVtolgkurGO5D2sapqe3DoVeU/bKwOltQwRttUqx7kqNRabaDHvPn9dc4Ckq28ImlEsgUapFxhj8jFb9Qnoq35djbJhRhOiMrKMknAK7EDONqm6ucgpSlApSlBTvVHApXlMkQ1c3lg/wAteYhTcFZG2jTodgTnpXlZhJrYYyrlHAOQrDrg9wcgg/3q33EIdWQ5wwIOCQd/gjcfiqBxDhN1bzolspIfYNpHK6n2uMe2NAM42Lls5yKDf4lZQXcYiuVPt+yRfvX/AFVUf6asGDRXUbKCD7sq2xqyWHE4Z1ZlJTRjVqU8sam0rh+mWyCF6771vfw5ywGk6SQcOpwQM4O+xxvUbY625lqw63PgjppPDN6i4XaXLQNOxYQkkIp2YnH3eNulRnFeDW9xcc0qhGLRVUwhiBE7sVHhg+K9y3USAM8qBTndW5h23OyZ2AIJParPw7h6KAwOokAhu34qW0Qzze1oiJniHn05w7+HtoodvYCNhgdScY/NSVKURKUpQKUpQK+EV9pQQl36bjKRpCeQkciyaEjTlswYMNQI+R2IqGn9ClpnkE+FlFzzV0/cziRUYb9VWVh5wPirpSgrFl6XdRIWmVWkEanlQqBpVdJGHzu3c+BVhsrZYo0jXOlFVRk5OAMbms1KBSlKBSlKD//Z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pic>
        <p:nvPicPr>
          <p:cNvPr id="1028" name="Picture 4" descr="Resultado de imagen para herramientas tecnologica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144" y="753538"/>
            <a:ext cx="1815833" cy="1454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Diagrama 5"/>
          <p:cNvGraphicFramePr/>
          <p:nvPr>
            <p:extLst>
              <p:ext uri="{D42A27DB-BD31-4B8C-83A1-F6EECF244321}">
                <p14:modId xmlns:p14="http://schemas.microsoft.com/office/powerpoint/2010/main" val="3891509768"/>
              </p:ext>
            </p:extLst>
          </p:nvPr>
        </p:nvGraphicFramePr>
        <p:xfrm>
          <a:off x="2423885" y="875211"/>
          <a:ext cx="9228184" cy="5302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85326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5458569" y="625797"/>
            <a:ext cx="6454387" cy="120032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DISEÑAR E IMPLEMENTAR UN SISTEMA WEB PARA SIMULAR LOS FENÓMENOS ONDULATORIOS DE D’ALAMBERT Y FOURIER EN 2D Y 3D APLICANDO MODELOS MATEMÁTICOS</a:t>
            </a:r>
            <a:endParaRPr lang="es-EC" dirty="0"/>
          </a:p>
        </p:txBody>
      </p:sp>
      <p:sp>
        <p:nvSpPr>
          <p:cNvPr id="4" name="3 Almacenamiento de acceso secuencial"/>
          <p:cNvSpPr/>
          <p:nvPr/>
        </p:nvSpPr>
        <p:spPr>
          <a:xfrm>
            <a:off x="1712890" y="314937"/>
            <a:ext cx="3541690" cy="1326523"/>
          </a:xfrm>
          <a:prstGeom prst="flowChartMagneticTap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C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GENERAL</a:t>
            </a:r>
          </a:p>
        </p:txBody>
      </p:sp>
      <p:grpSp>
        <p:nvGrpSpPr>
          <p:cNvPr id="14" name="Grupo 13"/>
          <p:cNvGrpSpPr/>
          <p:nvPr/>
        </p:nvGrpSpPr>
        <p:grpSpPr>
          <a:xfrm>
            <a:off x="301896" y="3366666"/>
            <a:ext cx="3409492" cy="1823899"/>
            <a:chOff x="0" y="1129066"/>
            <a:chExt cx="2950898" cy="1845889"/>
          </a:xfrm>
        </p:grpSpPr>
        <p:sp>
          <p:nvSpPr>
            <p:cNvPr id="15" name="Elipse 14"/>
            <p:cNvSpPr/>
            <p:nvPr/>
          </p:nvSpPr>
          <p:spPr>
            <a:xfrm>
              <a:off x="0" y="1129066"/>
              <a:ext cx="2950898" cy="1845889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Elipse 4"/>
            <p:cNvSpPr txBox="1"/>
            <p:nvPr/>
          </p:nvSpPr>
          <p:spPr>
            <a:xfrm>
              <a:off x="432149" y="1399390"/>
              <a:ext cx="2086600" cy="13052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0480" tIns="30480" rIns="30480" bIns="3048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C" sz="24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OBJETIVOS ESPECÍFICOS</a:t>
              </a:r>
              <a:endParaRPr lang="es-EC" sz="24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7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1232842"/>
              </p:ext>
            </p:extLst>
          </p:nvPr>
        </p:nvGraphicFramePr>
        <p:xfrm>
          <a:off x="4040357" y="1985891"/>
          <a:ext cx="7872599" cy="45854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7795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flip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1755401" y="287134"/>
            <a:ext cx="7620000" cy="992094"/>
          </a:xfrm>
        </p:spPr>
        <p:txBody>
          <a:bodyPr>
            <a:normAutofit/>
          </a:bodyPr>
          <a:lstStyle/>
          <a:p>
            <a:pPr algn="just"/>
            <a:r>
              <a:rPr lang="es-EC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MARCO TEÓRICO</a:t>
            </a:r>
          </a:p>
        </p:txBody>
      </p:sp>
      <p:graphicFrame>
        <p:nvGraphicFramePr>
          <p:cNvPr id="3" name="Marcador de contenido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0377942"/>
              </p:ext>
            </p:extLst>
          </p:nvPr>
        </p:nvGraphicFramePr>
        <p:xfrm>
          <a:off x="1755400" y="1094704"/>
          <a:ext cx="9861343" cy="5563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312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D7423C80-806E-409E-AD1F-BFA77DEBF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621" y="203365"/>
            <a:ext cx="8911687" cy="1280890"/>
          </a:xfrm>
        </p:spPr>
        <p:txBody>
          <a:bodyPr/>
          <a:lstStyle/>
          <a:p>
            <a:r>
              <a:rPr lang="es-ES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x-none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s-ES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TODOS Y TÉCNICAS</a:t>
            </a:r>
            <a:endParaRPr lang="es-EC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ACEE3C53-BBD0-453C-BD32-11D442CF015F}"/>
              </a:ext>
            </a:extLst>
          </p:cNvPr>
          <p:cNvGrpSpPr/>
          <p:nvPr/>
        </p:nvGrpSpPr>
        <p:grpSpPr>
          <a:xfrm>
            <a:off x="1975658" y="3007521"/>
            <a:ext cx="2919938" cy="1192275"/>
            <a:chOff x="0" y="1129066"/>
            <a:chExt cx="2950898" cy="1845889"/>
          </a:xfrm>
        </p:grpSpPr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157598B5-D780-4B14-B59C-E9CA258DF74F}"/>
                </a:ext>
              </a:extLst>
            </p:cNvPr>
            <p:cNvSpPr/>
            <p:nvPr/>
          </p:nvSpPr>
          <p:spPr>
            <a:xfrm>
              <a:off x="0" y="1129066"/>
              <a:ext cx="2950898" cy="1845889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Elipse 4">
              <a:extLst>
                <a:ext uri="{FF2B5EF4-FFF2-40B4-BE49-F238E27FC236}">
                  <a16:creationId xmlns:a16="http://schemas.microsoft.com/office/drawing/2014/main" id="{7A1DD19F-B30A-44EA-BE43-E53404781392}"/>
                </a:ext>
              </a:extLst>
            </p:cNvPr>
            <p:cNvSpPr txBox="1"/>
            <p:nvPr/>
          </p:nvSpPr>
          <p:spPr>
            <a:xfrm>
              <a:off x="432149" y="1399390"/>
              <a:ext cx="2086600" cy="13052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0480" tIns="30480" rIns="30480" bIns="3048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C" sz="24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MÉTODOS</a:t>
              </a:r>
              <a:endParaRPr lang="es-EC" sz="24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8" name="Marcador de contenido 3">
            <a:extLst>
              <a:ext uri="{FF2B5EF4-FFF2-40B4-BE49-F238E27FC236}">
                <a16:creationId xmlns:a16="http://schemas.microsoft.com/office/drawing/2014/main" id="{760DBB17-45F0-4200-B6ED-AFADDF6AEE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6866552"/>
              </p:ext>
            </p:extLst>
          </p:nvPr>
        </p:nvGraphicFramePr>
        <p:xfrm>
          <a:off x="5621471" y="3003952"/>
          <a:ext cx="4646443" cy="11958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9" name="Grupo 8">
            <a:extLst>
              <a:ext uri="{FF2B5EF4-FFF2-40B4-BE49-F238E27FC236}">
                <a16:creationId xmlns:a16="http://schemas.microsoft.com/office/drawing/2014/main" id="{139D69F9-0430-4DE1-8AB7-DEF609C03CB9}"/>
              </a:ext>
            </a:extLst>
          </p:cNvPr>
          <p:cNvGrpSpPr/>
          <p:nvPr/>
        </p:nvGrpSpPr>
        <p:grpSpPr>
          <a:xfrm>
            <a:off x="1975658" y="5075272"/>
            <a:ext cx="2959695" cy="1092955"/>
            <a:chOff x="0" y="1129066"/>
            <a:chExt cx="2950898" cy="1845889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5856D91A-CC8E-4AAF-B915-4398A6B3F007}"/>
                </a:ext>
              </a:extLst>
            </p:cNvPr>
            <p:cNvSpPr/>
            <p:nvPr/>
          </p:nvSpPr>
          <p:spPr>
            <a:xfrm>
              <a:off x="0" y="1129066"/>
              <a:ext cx="2950898" cy="1845889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Elipse 4">
              <a:extLst>
                <a:ext uri="{FF2B5EF4-FFF2-40B4-BE49-F238E27FC236}">
                  <a16:creationId xmlns:a16="http://schemas.microsoft.com/office/drawing/2014/main" id="{1C335FD9-8748-4922-AEBA-77233CE76F1E}"/>
                </a:ext>
              </a:extLst>
            </p:cNvPr>
            <p:cNvSpPr txBox="1"/>
            <p:nvPr/>
          </p:nvSpPr>
          <p:spPr>
            <a:xfrm>
              <a:off x="432149" y="1399390"/>
              <a:ext cx="2086600" cy="13052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0480" tIns="30480" rIns="30480" bIns="3048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C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TÉCNICAS</a:t>
              </a:r>
              <a:endParaRPr lang="es-EC" sz="24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2" name="Marcador de contenido 3">
            <a:extLst>
              <a:ext uri="{FF2B5EF4-FFF2-40B4-BE49-F238E27FC236}">
                <a16:creationId xmlns:a16="http://schemas.microsoft.com/office/drawing/2014/main" id="{8CDED436-3E82-467C-AA6C-5CC14FC0C3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284453"/>
              </p:ext>
            </p:extLst>
          </p:nvPr>
        </p:nvGraphicFramePr>
        <p:xfrm>
          <a:off x="5621472" y="4385500"/>
          <a:ext cx="4646443" cy="2472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13" name="Grupo 12">
            <a:extLst>
              <a:ext uri="{FF2B5EF4-FFF2-40B4-BE49-F238E27FC236}">
                <a16:creationId xmlns:a16="http://schemas.microsoft.com/office/drawing/2014/main" id="{E9985060-0482-4FD3-A0FD-15DAB79EAD10}"/>
              </a:ext>
            </a:extLst>
          </p:cNvPr>
          <p:cNvGrpSpPr/>
          <p:nvPr/>
        </p:nvGrpSpPr>
        <p:grpSpPr>
          <a:xfrm>
            <a:off x="1975658" y="1484255"/>
            <a:ext cx="2954151" cy="1112185"/>
            <a:chOff x="0" y="1129066"/>
            <a:chExt cx="2950898" cy="1845889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D6D11CA-AAF5-42EF-AC74-5027879431EB}"/>
                </a:ext>
              </a:extLst>
            </p:cNvPr>
            <p:cNvSpPr/>
            <p:nvPr/>
          </p:nvSpPr>
          <p:spPr>
            <a:xfrm>
              <a:off x="0" y="1129066"/>
              <a:ext cx="2950898" cy="1845889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Elipse 4">
              <a:extLst>
                <a:ext uri="{FF2B5EF4-FFF2-40B4-BE49-F238E27FC236}">
                  <a16:creationId xmlns:a16="http://schemas.microsoft.com/office/drawing/2014/main" id="{8F44C64C-38C3-42CF-A7A3-A61978537976}"/>
                </a:ext>
              </a:extLst>
            </p:cNvPr>
            <p:cNvSpPr txBox="1"/>
            <p:nvPr/>
          </p:nvSpPr>
          <p:spPr>
            <a:xfrm>
              <a:off x="432149" y="1399390"/>
              <a:ext cx="2086600" cy="13052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0480" tIns="30480" rIns="30480" bIns="30480" numCol="1" spcCol="1270" anchor="ctr" anchorCtr="0">
              <a:noAutofit/>
            </a:bodyPr>
            <a:lstStyle/>
            <a:p>
              <a:pPr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C" sz="2400" dirty="0"/>
                <a:t>Metodología Ágil SCRUM</a:t>
              </a:r>
            </a:p>
          </p:txBody>
        </p:sp>
      </p:grpSp>
      <p:graphicFrame>
        <p:nvGraphicFramePr>
          <p:cNvPr id="16" name="Marcador de contenido 3">
            <a:extLst>
              <a:ext uri="{FF2B5EF4-FFF2-40B4-BE49-F238E27FC236}">
                <a16:creationId xmlns:a16="http://schemas.microsoft.com/office/drawing/2014/main" id="{D75E2384-6376-41C2-9511-2FA0F89E8D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1243391"/>
              </p:ext>
            </p:extLst>
          </p:nvPr>
        </p:nvGraphicFramePr>
        <p:xfrm>
          <a:off x="5621470" y="1174835"/>
          <a:ext cx="4646444" cy="1731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253294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A9C8EA54-F3F5-4E36-A923-635BAC807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REQUERIMIENTOS DEL SISTEMA</a:t>
            </a:r>
            <a:endParaRPr lang="es-EC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88FB525F-3AAC-4505-8CDB-D3B4C0F1C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44487"/>
            <a:ext cx="8915400" cy="4651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 dirty="0"/>
              <a:t>El sistema contendrá los siguientes módulos: </a:t>
            </a:r>
          </a:p>
          <a:p>
            <a:pPr lvl="0"/>
            <a:r>
              <a:rPr lang="es-ES" b="1" dirty="0"/>
              <a:t>Módulo de diseño</a:t>
            </a:r>
            <a:endParaRPr lang="es-EC" dirty="0"/>
          </a:p>
          <a:p>
            <a:pPr lvl="1"/>
            <a:r>
              <a:rPr lang="es-ES" dirty="0"/>
              <a:t>Diseño y maquetación del sistema.</a:t>
            </a:r>
            <a:endParaRPr lang="es-EC" dirty="0"/>
          </a:p>
          <a:p>
            <a:pPr lvl="1"/>
            <a:r>
              <a:rPr lang="es-ES" dirty="0"/>
              <a:t>Preparación del área de trabajo. </a:t>
            </a:r>
            <a:endParaRPr lang="es-EC" dirty="0"/>
          </a:p>
          <a:p>
            <a:pPr lvl="0"/>
            <a:r>
              <a:rPr lang="es-ES" b="1" dirty="0"/>
              <a:t>Módulo ondas en dos dimensiones</a:t>
            </a:r>
            <a:endParaRPr lang="es-EC" dirty="0"/>
          </a:p>
          <a:p>
            <a:pPr lvl="1"/>
            <a:r>
              <a:rPr lang="es-ES" dirty="0"/>
              <a:t>Identificación de condiciones iniciales.</a:t>
            </a:r>
            <a:endParaRPr lang="es-EC" dirty="0"/>
          </a:p>
          <a:p>
            <a:pPr lvl="1"/>
            <a:r>
              <a:rPr lang="es-ES" dirty="0"/>
              <a:t>Análisis del modelo matemático del problema.</a:t>
            </a:r>
            <a:endParaRPr lang="es-EC" dirty="0"/>
          </a:p>
          <a:p>
            <a:pPr lvl="1"/>
            <a:r>
              <a:rPr lang="es-ES" dirty="0"/>
              <a:t>Resolución analítica y numérica.</a:t>
            </a:r>
            <a:endParaRPr lang="es-EC" dirty="0"/>
          </a:p>
          <a:p>
            <a:pPr lvl="0"/>
            <a:r>
              <a:rPr lang="es-ES" b="1" dirty="0"/>
              <a:t>Módulo ondas en tres dimensiones</a:t>
            </a:r>
            <a:endParaRPr lang="es-EC" dirty="0"/>
          </a:p>
          <a:p>
            <a:pPr lvl="1"/>
            <a:r>
              <a:rPr lang="es-ES" dirty="0"/>
              <a:t>Identificación de condiciones iniciales.</a:t>
            </a:r>
            <a:endParaRPr lang="es-EC" dirty="0"/>
          </a:p>
          <a:p>
            <a:pPr lvl="1"/>
            <a:r>
              <a:rPr lang="es-ES" dirty="0"/>
              <a:t>Análisis del modelo matemático del problema.</a:t>
            </a:r>
            <a:endParaRPr lang="es-EC" dirty="0"/>
          </a:p>
          <a:p>
            <a:pPr lvl="1"/>
            <a:r>
              <a:rPr lang="es-ES" dirty="0"/>
              <a:t>Resolución analítica y numérica.</a:t>
            </a:r>
            <a:endParaRPr lang="es-EC" dirty="0"/>
          </a:p>
          <a:p>
            <a:pPr marL="0" indent="0">
              <a:buNone/>
            </a:pPr>
            <a:endParaRPr lang="es-EC" sz="2000" dirty="0"/>
          </a:p>
        </p:txBody>
      </p:sp>
    </p:spTree>
    <p:extLst>
      <p:ext uri="{BB962C8B-B14F-4D97-AF65-F5344CB8AC3E}">
        <p14:creationId xmlns:p14="http://schemas.microsoft.com/office/powerpoint/2010/main" val="2427315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363122" y="2216668"/>
            <a:ext cx="1002664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80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latin typeface="Broadway" pitchFamily="82" charset="0"/>
              </a:rPr>
              <a:t>GRACIAS</a:t>
            </a:r>
            <a:br>
              <a:rPr lang="es-ES" sz="80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latin typeface="Broadway" pitchFamily="82" charset="0"/>
              </a:rPr>
            </a:br>
            <a:r>
              <a:rPr lang="es-ES" sz="80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latin typeface="Broadway" pitchFamily="82" charset="0"/>
              </a:rPr>
              <a:t>POR  SU  ATENCIÓN</a:t>
            </a:r>
          </a:p>
        </p:txBody>
      </p:sp>
      <p:pic>
        <p:nvPicPr>
          <p:cNvPr id="3" name="Imagen 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6544" y="464274"/>
            <a:ext cx="1939806" cy="17172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7196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flip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Espiral">
  <a:themeElements>
    <a:clrScheme name="Personalizado 7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016188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4E005F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5792</TotalTime>
  <Words>211</Words>
  <Application>Microsoft Office PowerPoint</Application>
  <PresentationFormat>Panorámica</PresentationFormat>
  <Paragraphs>44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5" baseType="lpstr">
      <vt:lpstr>Arial</vt:lpstr>
      <vt:lpstr>Broadway</vt:lpstr>
      <vt:lpstr>Calibri</vt:lpstr>
      <vt:lpstr>Century Gothic</vt:lpstr>
      <vt:lpstr>Symbol</vt:lpstr>
      <vt:lpstr>Times New Roman</vt:lpstr>
      <vt:lpstr>Wingdings 3</vt:lpstr>
      <vt:lpstr>Espiral</vt:lpstr>
      <vt:lpstr>ESCUELA SUPERIOR POLITÉCNICA DE CHIMBORAZO FACULTAD DE INFORMÁTICA Y ELECTRÓNICA ESCUELA DE INGENIERÍA EN SISTEMAS  TRABAJO DE TITULACIÓN  TEMA:   “DISEÑO E IMPLEMENTACIÓN DE UN SISTEMA WEB PARA SIMULAR LOS FENÓMENOS ONDULATORIOS DE D’ALAMBERT Y FOURIER EN 2D Y 3D APLICANDO MODELOS MATEMÁTICOS”  INTEGRANTES:  LUIS MANUEL BARRAGÁN GONZÁLEZ EFRAÍN AMADO COLCHA CEPEDA  RIOBAMBA - ECUADOR 2018 </vt:lpstr>
      <vt:lpstr>Presentación de PowerPoint</vt:lpstr>
      <vt:lpstr>Presentación de PowerPoint</vt:lpstr>
      <vt:lpstr>MARCO TEÓRICO</vt:lpstr>
      <vt:lpstr>MÉTODOS Y TÉCNICAS</vt:lpstr>
      <vt:lpstr>REQUERIMIENTOS DEL SISTEMA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UNIVERSIDAD TÉCNICA DE AMBATO FACULTAD DE CONTABILIDAD Y AUDITORÍA CARRERA DE CONTABILIDAD Y AUDITORÍA</dc:title>
  <dc:creator>Jose Luis Arcos Solis</dc:creator>
  <cp:lastModifiedBy>Luis Manuel Barragan Gonzalez</cp:lastModifiedBy>
  <cp:revision>280</cp:revision>
  <cp:lastPrinted>2016-07-24T04:31:31Z</cp:lastPrinted>
  <dcterms:created xsi:type="dcterms:W3CDTF">2015-12-03T10:02:26Z</dcterms:created>
  <dcterms:modified xsi:type="dcterms:W3CDTF">2018-06-18T19:15:22Z</dcterms:modified>
</cp:coreProperties>
</file>